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0"/>
  </p:notesMasterIdLst>
  <p:sldIdLst>
    <p:sldId id="378" r:id="rId2"/>
    <p:sldId id="334" r:id="rId3"/>
    <p:sldId id="379" r:id="rId4"/>
    <p:sldId id="380" r:id="rId5"/>
    <p:sldId id="315" r:id="rId6"/>
    <p:sldId id="322" r:id="rId7"/>
    <p:sldId id="365" r:id="rId8"/>
    <p:sldId id="326" r:id="rId9"/>
    <p:sldId id="381" r:id="rId10"/>
    <p:sldId id="382" r:id="rId11"/>
    <p:sldId id="383" r:id="rId12"/>
    <p:sldId id="384" r:id="rId13"/>
    <p:sldId id="385" r:id="rId14"/>
    <p:sldId id="386" r:id="rId15"/>
    <p:sldId id="371" r:id="rId16"/>
    <p:sldId id="325" r:id="rId17"/>
    <p:sldId id="309" r:id="rId18"/>
    <p:sldId id="367" r:id="rId19"/>
    <p:sldId id="368" r:id="rId20"/>
    <p:sldId id="328" r:id="rId21"/>
    <p:sldId id="329" r:id="rId22"/>
    <p:sldId id="339" r:id="rId23"/>
    <p:sldId id="287" r:id="rId24"/>
    <p:sldId id="361" r:id="rId25"/>
    <p:sldId id="362" r:id="rId26"/>
    <p:sldId id="360" r:id="rId27"/>
    <p:sldId id="364" r:id="rId28"/>
    <p:sldId id="294" r:id="rId29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A7D6EE76-2EED-433F-9637-FA0455F98D15}">
          <p14:sldIdLst>
            <p14:sldId id="378"/>
            <p14:sldId id="334"/>
            <p14:sldId id="379"/>
            <p14:sldId id="380"/>
            <p14:sldId id="315"/>
          </p14:sldIdLst>
        </p14:section>
        <p14:section name="#시장/기술 동향 분석" id="{357797F0-A98A-4318-A2D8-8E1945E987DF}">
          <p14:sldIdLst/>
        </p14:section>
        <p14:section name="#설문조사분석" id="{C10038CF-01F2-4ACA-88F0-E784E01BC942}">
          <p14:sldIdLst>
            <p14:sldId id="322"/>
            <p14:sldId id="365"/>
            <p14:sldId id="326"/>
            <p14:sldId id="381"/>
            <p14:sldId id="382"/>
            <p14:sldId id="383"/>
            <p14:sldId id="384"/>
            <p14:sldId id="385"/>
            <p14:sldId id="386"/>
            <p14:sldId id="371"/>
            <p14:sldId id="325"/>
            <p14:sldId id="309"/>
            <p14:sldId id="367"/>
            <p14:sldId id="368"/>
            <p14:sldId id="328"/>
            <p14:sldId id="329"/>
          </p14:sldIdLst>
        </p14:section>
        <p14:section name="설계단계" id="{079FB007-4044-4E60-AD09-4E9512A5438F}">
          <p14:sldIdLst>
            <p14:sldId id="339"/>
            <p14:sldId id="287"/>
            <p14:sldId id="361"/>
            <p14:sldId id="362"/>
            <p14:sldId id="360"/>
            <p14:sldId id="364"/>
            <p14:sldId id="29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1E8E911-0CB3-8B38-B243-BD927FA74830}" name="이 상민" initials="상이" userId="S::lsm@fkiims.onmicrosoft.com::64505b25-1d12-486c-9a86-910d06e20881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40452"/>
    <a:srgbClr val="3B5AA8"/>
    <a:srgbClr val="003399"/>
    <a:srgbClr val="77787B"/>
    <a:srgbClr val="9999FF"/>
    <a:srgbClr val="E2E6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E25E649-3F16-4E02-A733-19D2CDBF48F0}" styleName="보통 스타일 3 - 강조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밝은 스타일 1 - 강조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38B1855-1B75-4FBE-930C-398BA8C253C6}" styleName="테마 스타일 2 - 강조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9459" autoAdjust="0"/>
    <p:restoredTop sz="94773" autoAdjust="0"/>
  </p:normalViewPr>
  <p:slideViewPr>
    <p:cSldViewPr>
      <p:cViewPr>
        <p:scale>
          <a:sx n="86" d="100"/>
          <a:sy n="86" d="100"/>
        </p:scale>
        <p:origin x="168" y="150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Relationship Id="rId35" Type="http://schemas.microsoft.com/office/2018/10/relationships/authors" Target="author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AA5D5A-343A-4C1A-BC9D-610EC8B80F49}" type="datetimeFigureOut">
              <a:rPr lang="ko-KR" altLang="en-US" smtClean="0"/>
              <a:pPr/>
              <a:t>2026. 7. 4.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FD85EE-51FF-49B2-AE4A-EF643293EA7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54821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FD85EE-51FF-49B2-AE4A-EF643293EA7A}" type="slidenum">
              <a:rPr lang="ko-KR" altLang="en-US" smtClean="0"/>
              <a:pPr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721662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08C18-F846-4F83-9E4A-EF96E909B73F}" type="datetime1">
              <a:rPr lang="ko-KR" altLang="en-US" smtClean="0"/>
              <a:pPr/>
              <a:t>2026. 7. 4.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ko-KR" altLang="en-US"/>
              <a:t>한이음 ▶ 프로그램 설계서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FC95C-4A71-4760-A575-4AE7075BB6F0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127057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3DBE8A-08A0-4AE2-B806-C9B9A473B0ED}" type="datetime1">
              <a:rPr lang="ko-KR" altLang="en-US" smtClean="0"/>
              <a:pPr/>
              <a:t>2026. 7. 4.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ko-KR" altLang="en-US"/>
              <a:t>한이음 ▶ 프로그램 설계서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6553200" y="6617245"/>
            <a:ext cx="2133600" cy="196131"/>
          </a:xfrm>
        </p:spPr>
        <p:txBody>
          <a:bodyPr/>
          <a:lstStyle/>
          <a:p>
            <a:fld id="{343FC95C-4A71-4760-A575-4AE7075BB6F0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03002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E13E15-7006-4370-B5F6-60D7104AE3B4}" type="datetime1">
              <a:rPr lang="ko-KR" altLang="en-US" smtClean="0"/>
              <a:pPr/>
              <a:t>2026. 7. 4.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ko-KR" altLang="en-US"/>
              <a:t>한이음 ▶ 프로그램 설계서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FC95C-4A71-4760-A575-4AE7075BB6F0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028320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D10D11-2C95-44F2-9DFC-D0C737CB5390}" type="datetime1">
              <a:rPr lang="ko-KR" altLang="en-US" smtClean="0"/>
              <a:pPr/>
              <a:t>2026. 7. 4.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ko-KR" altLang="en-US"/>
              <a:t>한이음 ▶ 프로그램 설계서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FC95C-4A71-4760-A575-4AE7075BB6F0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15835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135845-0C4F-469E-8726-3EBFD71077A7}" type="datetime1">
              <a:rPr lang="ko-KR" altLang="en-US" smtClean="0"/>
              <a:pPr/>
              <a:t>2026. 7. 4.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ko-KR" altLang="en-US"/>
              <a:t>한이음 ▶ 프로그램 설계서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FC95C-4A71-4760-A575-4AE7075BB6F0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29979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FC019-3CDA-4483-987D-B12D1EB4D233}" type="datetime1">
              <a:rPr lang="ko-KR" altLang="en-US" smtClean="0"/>
              <a:pPr/>
              <a:t>2026. 7. 4.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ko-KR" altLang="en-US"/>
              <a:t>한이음 ▶ 프로그램 설계서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FC95C-4A71-4760-A575-4AE7075BB6F0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59985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936E48-2907-481B-8F8C-35E94B4338B9}" type="datetime1">
              <a:rPr lang="ko-KR" altLang="en-US" smtClean="0"/>
              <a:pPr/>
              <a:t>2026. 7. 4.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ko-KR" altLang="en-US"/>
              <a:t>한이음 ▶ 프로그램 설계서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FC95C-4A71-4760-A575-4AE7075BB6F0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93811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D1E666-04C9-40C3-88DF-F7C22C7A6172}" type="datetime1">
              <a:rPr lang="ko-KR" altLang="en-US" smtClean="0"/>
              <a:pPr/>
              <a:t>2026. 7. 4.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ko-KR" altLang="en-US"/>
              <a:t>한이음 ▶ 프로그램 설계서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FC95C-4A71-4760-A575-4AE7075BB6F0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04617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27B48-006F-4BC1-BDC8-3C8CA726AC13}" type="datetime1">
              <a:rPr lang="ko-KR" altLang="en-US" smtClean="0"/>
              <a:pPr/>
              <a:t>2026. 7. 4.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ko-KR" altLang="en-US"/>
              <a:t>한이음 ▶ 프로그램 설계서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FC95C-4A71-4760-A575-4AE7075BB6F0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130043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22DE9A-8BD0-4588-90EC-B8326F0668FE}" type="datetime1">
              <a:rPr lang="ko-KR" altLang="en-US" smtClean="0"/>
              <a:pPr/>
              <a:t>2026. 7. 4.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ko-KR" altLang="en-US"/>
              <a:t>한이음 ▶ 프로그램 설계서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FC95C-4A71-4760-A575-4AE7075BB6F0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534357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F8B5EE-9957-45ED-8881-249F27AAE9BD}" type="datetime1">
              <a:rPr lang="ko-KR" altLang="en-US" smtClean="0"/>
              <a:pPr/>
              <a:t>2026. 7. 4.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ko-KR" altLang="en-US"/>
              <a:t>한이음 ▶ 프로그램 설계서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FC95C-4A71-4760-A575-4AE7075BB6F0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398212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26EC2E-D34C-4476-B4C7-64731BF56572}" type="datetime1">
              <a:rPr lang="ko-KR" altLang="en-US" smtClean="0"/>
              <a:pPr/>
              <a:t>2026. 7. 4.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ko-KR" altLang="en-US"/>
              <a:t>한이음 ▶ 프로그램 설계서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43FC95C-4A71-4760-A575-4AE7075BB6F0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58839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13.png"/><Relationship Id="rId4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14.png"/><Relationship Id="rId4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15.png"/><Relationship Id="rId4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16.png"/><Relationship Id="rId4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19.png"/><Relationship Id="rId4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22.png"/><Relationship Id="rId4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직사각형 19"/>
          <p:cNvSpPr/>
          <p:nvPr/>
        </p:nvSpPr>
        <p:spPr>
          <a:xfrm>
            <a:off x="0" y="4509120"/>
            <a:ext cx="9144000" cy="2348880"/>
          </a:xfrm>
          <a:prstGeom prst="rect">
            <a:avLst/>
          </a:prstGeom>
          <a:solidFill>
            <a:srgbClr val="E2E6E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1" name="Picture 13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36"/>
          <a:stretch/>
        </p:blipFill>
        <p:spPr bwMode="auto">
          <a:xfrm rot="21600000">
            <a:off x="0" y="764704"/>
            <a:ext cx="4716016" cy="3524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9" name="TextBox 18"/>
          <p:cNvSpPr txBox="1"/>
          <p:nvPr/>
        </p:nvSpPr>
        <p:spPr>
          <a:xfrm>
            <a:off x="1115616" y="1916832"/>
            <a:ext cx="7082388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5000" b="1" spc="-150" dirty="0">
                <a:solidFill>
                  <a:schemeClr val="accent2">
                    <a:lumMod val="75000"/>
                  </a:schemeClr>
                </a:solidFill>
              </a:rPr>
              <a:t>SW</a:t>
            </a:r>
            <a:r>
              <a:rPr lang="ko-KR" altLang="en-US" sz="5000" b="1" spc="-150" dirty="0">
                <a:solidFill>
                  <a:schemeClr val="accent2">
                    <a:lumMod val="75000"/>
                  </a:schemeClr>
                </a:solidFill>
              </a:rPr>
              <a:t>개발</a:t>
            </a:r>
            <a:r>
              <a:rPr lang="en-US" altLang="ko-KR" sz="5000" b="1" spc="-150" dirty="0">
                <a:solidFill>
                  <a:schemeClr val="accent2">
                    <a:lumMod val="75000"/>
                  </a:schemeClr>
                </a:solidFill>
              </a:rPr>
              <a:t>/HW</a:t>
            </a:r>
            <a:r>
              <a:rPr lang="ko-KR" altLang="en-US" sz="5000" b="1" spc="-150" dirty="0">
                <a:solidFill>
                  <a:schemeClr val="accent2">
                    <a:lumMod val="75000"/>
                  </a:schemeClr>
                </a:solidFill>
              </a:rPr>
              <a:t>제작 설계서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63688" y="3933056"/>
            <a:ext cx="63898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spc="-150" dirty="0">
                <a:solidFill>
                  <a:srgbClr val="77787B"/>
                </a:solidFill>
              </a:rPr>
              <a:t>프로젝트 명 </a:t>
            </a:r>
            <a:r>
              <a:rPr lang="en-US" altLang="ko-KR" sz="2400" b="1" spc="-150" dirty="0">
                <a:solidFill>
                  <a:srgbClr val="77787B"/>
                </a:solidFill>
              </a:rPr>
              <a:t>:</a:t>
            </a:r>
            <a:endParaRPr lang="ko-KR" altLang="en-US" sz="2400" b="1" spc="-150" dirty="0">
              <a:solidFill>
                <a:srgbClr val="77787B"/>
              </a:solidFill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808680" y="4754468"/>
            <a:ext cx="752664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eaLnBrk="0" latinLnBrk="0" hangingPunct="0">
              <a:lnSpc>
                <a:spcPct val="150000"/>
              </a:lnSpc>
              <a:buClr>
                <a:schemeClr val="tx2">
                  <a:lumMod val="40000"/>
                  <a:lumOff val="60000"/>
                </a:schemeClr>
              </a:buClr>
              <a:buSzPct val="120000"/>
            </a:pPr>
            <a:r>
              <a:rPr lang="en-US" altLang="ko-KR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2026. 00. 00</a:t>
            </a:r>
          </a:p>
          <a:p>
            <a:pPr algn="ctr" eaLnBrk="0" latinLnBrk="0" hangingPunct="0">
              <a:lnSpc>
                <a:spcPct val="150000"/>
              </a:lnSpc>
              <a:buClr>
                <a:schemeClr val="tx2">
                  <a:lumMod val="40000"/>
                  <a:lumOff val="60000"/>
                </a:schemeClr>
              </a:buClr>
              <a:buSzPct val="120000"/>
            </a:pPr>
            <a:r>
              <a:rPr lang="en-US" altLang="ko-KR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(</a:t>
            </a:r>
            <a:r>
              <a:rPr lang="ko-KR" altLang="en-US" sz="16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팀명</a:t>
            </a:r>
            <a:r>
              <a:rPr lang="en-US" altLang="ko-KR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) </a:t>
            </a:r>
            <a:r>
              <a:rPr lang="en-US" altLang="ko-KR" sz="1600" dirty="0">
                <a:solidFill>
                  <a:srgbClr val="FF0000"/>
                </a:solidFill>
                <a:latin typeface="+mn-ea"/>
              </a:rPr>
              <a:t>*</a:t>
            </a:r>
            <a:r>
              <a:rPr lang="ko-KR" altLang="en-US" sz="1600" i="1" dirty="0">
                <a:solidFill>
                  <a:srgbClr val="FF0000"/>
                </a:solidFill>
                <a:latin typeface="+mn-ea"/>
              </a:rPr>
              <a:t>팀원 이름 및 소속 본문 내 기입 불가</a:t>
            </a:r>
            <a:endParaRPr lang="en-US" altLang="ko-KR" sz="1600" dirty="0">
              <a:solidFill>
                <a:schemeClr val="tx1">
                  <a:lumMod val="75000"/>
                  <a:lumOff val="25000"/>
                </a:schemeClr>
              </a:solidFill>
              <a:latin typeface="+mn-ea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93D47B2-ECB2-FCC5-FD1D-67B01812954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57277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6CAB8A6E-B0B3-4EED-9F27-4335E0C5788D}"/>
              </a:ext>
            </a:extLst>
          </p:cNvPr>
          <p:cNvSpPr/>
          <p:nvPr/>
        </p:nvSpPr>
        <p:spPr>
          <a:xfrm>
            <a:off x="178657" y="782475"/>
            <a:ext cx="8656862" cy="3323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2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7C76EDB-2707-46D2-9B75-E921DE778240}"/>
              </a:ext>
            </a:extLst>
          </p:cNvPr>
          <p:cNvSpPr txBox="1"/>
          <p:nvPr/>
        </p:nvSpPr>
        <p:spPr>
          <a:xfrm>
            <a:off x="280951" y="414739"/>
            <a:ext cx="2778881" cy="3481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62" b="1"/>
              <a:t>프로젝트 소개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BB803E8-B66B-4CAB-A7FA-6A6D32F2BB97}"/>
              </a:ext>
            </a:extLst>
          </p:cNvPr>
          <p:cNvSpPr txBox="1"/>
          <p:nvPr/>
        </p:nvSpPr>
        <p:spPr>
          <a:xfrm>
            <a:off x="8440376" y="6311016"/>
            <a:ext cx="617754" cy="390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69"/>
              <a:t>&lt; 1 / 1 &gt;</a:t>
            </a:r>
            <a:endParaRPr lang="ko-KR" altLang="en-US" sz="1662"/>
          </a:p>
        </p:txBody>
      </p:sp>
      <p:pic>
        <p:nvPicPr>
          <p:cNvPr id="7" name="Picture 0">
            <a:extLst>
              <a:ext uri="{FF2B5EF4-FFF2-40B4-BE49-F238E27FC236}">
                <a16:creationId xmlns:a16="http://schemas.microsoft.com/office/drawing/2014/main" id="{605C9BB6-4E72-458C-9824-E2ABB039B1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9912" y="2276872"/>
            <a:ext cx="4994328" cy="3521204"/>
          </a:xfrm>
          <a:prstGeom prst="rect">
            <a:avLst/>
          </a:prstGeom>
          <a:noFill/>
          <a:ln>
            <a:noFill/>
          </a:ln>
          <a:effectLst/>
        </p:spPr>
      </p:pic>
      <p:pic>
        <p:nvPicPr>
          <p:cNvPr id="8" name="Picture 1">
            <a:extLst>
              <a:ext uri="{FF2B5EF4-FFF2-40B4-BE49-F238E27FC236}">
                <a16:creationId xmlns:a16="http://schemas.microsoft.com/office/drawing/2014/main" id="{961679FF-2530-4C13-A9F0-6540734A80F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"/>
          <a:stretch>
            <a:fillRect/>
          </a:stretch>
        </p:blipFill>
        <p:spPr>
          <a:xfrm>
            <a:off x="134092" y="2691748"/>
            <a:ext cx="3354448" cy="2691451"/>
          </a:xfrm>
          <a:prstGeom prst="rect">
            <a:avLst/>
          </a:prstGeom>
          <a:noFill/>
          <a:ln>
            <a:noFill/>
          </a:ln>
          <a:effectLst/>
        </p:spPr>
      </p:pic>
      <p:pic>
        <p:nvPicPr>
          <p:cNvPr id="9" name="Picture 2" descr="파워포인트에 사용할 넓은 화살표 : 네이버 블로그">
            <a:extLst>
              <a:ext uri="{FF2B5EF4-FFF2-40B4-BE49-F238E27FC236}">
                <a16:creationId xmlns:a16="http://schemas.microsoft.com/office/drawing/2014/main" id="{C761DCE7-BBAE-4AAA-A355-3EAB02C668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2845541" y="4002502"/>
            <a:ext cx="982415" cy="4298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923206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4A8E3B76-0A7E-4F17-9181-CD8E40064BF0}"/>
              </a:ext>
            </a:extLst>
          </p:cNvPr>
          <p:cNvGraphicFramePr>
            <a:graphicFrameLocks noGrp="1"/>
          </p:cNvGraphicFramePr>
          <p:nvPr/>
        </p:nvGraphicFramePr>
        <p:xfrm>
          <a:off x="439662" y="3895664"/>
          <a:ext cx="8409197" cy="175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70201">
                  <a:extLst>
                    <a:ext uri="{9D8B030D-6E8A-4147-A177-3AD203B41FA5}">
                      <a16:colId xmlns:a16="http://schemas.microsoft.com/office/drawing/2014/main" val="1624285504"/>
                    </a:ext>
                  </a:extLst>
                </a:gridCol>
                <a:gridCol w="3359055">
                  <a:extLst>
                    <a:ext uri="{9D8B030D-6E8A-4147-A177-3AD203B41FA5}">
                      <a16:colId xmlns:a16="http://schemas.microsoft.com/office/drawing/2014/main" val="688804388"/>
                    </a:ext>
                  </a:extLst>
                </a:gridCol>
                <a:gridCol w="913818">
                  <a:extLst>
                    <a:ext uri="{9D8B030D-6E8A-4147-A177-3AD203B41FA5}">
                      <a16:colId xmlns:a16="http://schemas.microsoft.com/office/drawing/2014/main" val="628126029"/>
                    </a:ext>
                  </a:extLst>
                </a:gridCol>
                <a:gridCol w="2166123">
                  <a:extLst>
                    <a:ext uri="{9D8B030D-6E8A-4147-A177-3AD203B41FA5}">
                      <a16:colId xmlns:a16="http://schemas.microsoft.com/office/drawing/2014/main" val="1975919213"/>
                    </a:ext>
                  </a:extLst>
                </a:gridCol>
              </a:tblGrid>
              <a:tr h="35148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>
                          <a:solidFill>
                            <a:schemeClr val="tx1"/>
                          </a:solidFill>
                        </a:rPr>
                        <a:t>구분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세부 항목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담당자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비고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8761462"/>
                  </a:ext>
                </a:extLst>
              </a:tr>
              <a:tr h="351488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PCB </a:t>
                      </a:r>
                      <a:r>
                        <a:rPr lang="ko-KR" altLang="en-US" sz="900"/>
                        <a:t>회로 설계 및 개발 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Ki-cad </a:t>
                      </a:r>
                      <a:r>
                        <a:rPr lang="ko-KR" altLang="en-US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기반 </a:t>
                      </a:r>
                      <a:r>
                        <a:rPr lang="en-US" altLang="ko-KR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PCB </a:t>
                      </a:r>
                      <a:r>
                        <a:rPr lang="ko-KR" altLang="en-US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설계</a:t>
                      </a:r>
                      <a:r>
                        <a:rPr lang="en-US" altLang="ko-KR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art-works, </a:t>
                      </a:r>
                      <a:r>
                        <a:rPr lang="ko-KR" altLang="en-US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시뮬레이터 및 테스트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김경모 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u="sng" kern="1200">
                          <a:solidFill>
                            <a:srgbClr val="0000CC"/>
                          </a:solidFill>
                          <a:latin typeface="+mn-lt"/>
                          <a:ea typeface="+mn-ea"/>
                          <a:cs typeface="+mn-cs"/>
                        </a:rPr>
                        <a:t>이기종 배터리 진단 기능 응용 필요 ★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7147873"/>
                  </a:ext>
                </a:extLst>
              </a:tr>
              <a:tr h="351488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/>
                        <a:t>데이터 수집 및 파이프라인 구축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라즈베리파이</a:t>
                      </a:r>
                      <a:r>
                        <a:rPr lang="en-US" altLang="ko-KR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Apache Kafka, PostgreSQL DB, </a:t>
                      </a:r>
                      <a:r>
                        <a:rPr lang="ko-KR" altLang="en-US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웹서버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김근우</a:t>
                      </a:r>
                      <a:endParaRPr lang="en-US" altLang="ko-KR" sz="9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en-US" altLang="ko-KR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정재환</a:t>
                      </a:r>
                      <a:r>
                        <a:rPr lang="en-US" altLang="ko-KR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9742376"/>
                  </a:ext>
                </a:extLst>
              </a:tr>
              <a:tr h="351488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/>
                        <a:t>열폭주 이상 징후 </a:t>
                      </a:r>
                      <a:r>
                        <a:rPr lang="en-US" altLang="ko-KR" sz="900"/>
                        <a:t>AI  </a:t>
                      </a:r>
                      <a:r>
                        <a:rPr lang="ko-KR" altLang="en-US" sz="900"/>
                        <a:t>모델 구현 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Auto-Encoder or </a:t>
                      </a:r>
                      <a:r>
                        <a:rPr lang="ko-KR" altLang="en-US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기타 딥러닝 알고리즘 튜닝을 통한 모델 구현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서민기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8334118"/>
                  </a:ext>
                </a:extLst>
              </a:tr>
              <a:tr h="351488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/>
                        <a:t>웹 모니터링 및 통계 대시보드 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latinLnBrk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React(javascript) + Springboot =&gt; vibe coding </a:t>
                      </a:r>
                    </a:p>
                    <a:p>
                      <a:pPr marL="171450" indent="-171450" latinLnBrk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Python “Streamlit”   </a:t>
                      </a:r>
                      <a:endParaRPr lang="ko-KR" altLang="en-US" sz="9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정재환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1435039"/>
                  </a:ext>
                </a:extLst>
              </a:tr>
            </a:tbl>
          </a:graphicData>
        </a:graphic>
      </p:graphicFrame>
      <p:sp>
        <p:nvSpPr>
          <p:cNvPr id="17" name="직사각형 16">
            <a:extLst>
              <a:ext uri="{FF2B5EF4-FFF2-40B4-BE49-F238E27FC236}">
                <a16:creationId xmlns:a16="http://schemas.microsoft.com/office/drawing/2014/main" id="{6CAB8A6E-B0B3-4EED-9F27-4335E0C5788D}"/>
              </a:ext>
            </a:extLst>
          </p:cNvPr>
          <p:cNvSpPr/>
          <p:nvPr/>
        </p:nvSpPr>
        <p:spPr>
          <a:xfrm>
            <a:off x="188345" y="821478"/>
            <a:ext cx="8656862" cy="3323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2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7C76EDB-2707-46D2-9B75-E921DE778240}"/>
              </a:ext>
            </a:extLst>
          </p:cNvPr>
          <p:cNvSpPr txBox="1"/>
          <p:nvPr/>
        </p:nvSpPr>
        <p:spPr>
          <a:xfrm>
            <a:off x="280951" y="414739"/>
            <a:ext cx="2562857" cy="3481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62" b="1"/>
              <a:t>팀프로젝트 역할 정의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BB803E8-B66B-4CAB-A7FA-6A6D32F2BB97}"/>
              </a:ext>
            </a:extLst>
          </p:cNvPr>
          <p:cNvSpPr txBox="1"/>
          <p:nvPr/>
        </p:nvSpPr>
        <p:spPr>
          <a:xfrm>
            <a:off x="8440376" y="6311016"/>
            <a:ext cx="617754" cy="390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69"/>
              <a:t>&lt; 1 / 1 &gt;</a:t>
            </a:r>
            <a:endParaRPr lang="ko-KR" altLang="en-US" sz="1662"/>
          </a:p>
        </p:txBody>
      </p:sp>
      <p:pic>
        <p:nvPicPr>
          <p:cNvPr id="1026" name="Picture 2" descr="드림 팀 템플릿">
            <a:extLst>
              <a:ext uri="{FF2B5EF4-FFF2-40B4-BE49-F238E27FC236}">
                <a16:creationId xmlns:a16="http://schemas.microsoft.com/office/drawing/2014/main" id="{7F47451F-275C-4A1B-B3C1-B21E6681717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21" t="17264" r="5623" b="38093"/>
          <a:stretch/>
        </p:blipFill>
        <p:spPr bwMode="auto">
          <a:xfrm>
            <a:off x="664072" y="1128046"/>
            <a:ext cx="7960374" cy="22961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265286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6CAB8A6E-B0B3-4EED-9F27-4335E0C5788D}"/>
              </a:ext>
            </a:extLst>
          </p:cNvPr>
          <p:cNvSpPr/>
          <p:nvPr/>
        </p:nvSpPr>
        <p:spPr>
          <a:xfrm>
            <a:off x="188345" y="821478"/>
            <a:ext cx="8656862" cy="3323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2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7C76EDB-2707-46D2-9B75-E921DE778240}"/>
              </a:ext>
            </a:extLst>
          </p:cNvPr>
          <p:cNvSpPr txBox="1"/>
          <p:nvPr/>
        </p:nvSpPr>
        <p:spPr>
          <a:xfrm>
            <a:off x="280951" y="414739"/>
            <a:ext cx="2562857" cy="3481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62" b="1"/>
              <a:t>일정 및 진척도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BB803E8-B66B-4CAB-A7FA-6A6D32F2BB97}"/>
              </a:ext>
            </a:extLst>
          </p:cNvPr>
          <p:cNvSpPr txBox="1"/>
          <p:nvPr/>
        </p:nvSpPr>
        <p:spPr>
          <a:xfrm>
            <a:off x="8440376" y="6311016"/>
            <a:ext cx="617754" cy="390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69"/>
              <a:t>&lt; 1 / 1 &gt;</a:t>
            </a:r>
            <a:endParaRPr lang="ko-KR" altLang="en-US" sz="1662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CAC13F00-695F-40A7-A18B-78B7860FC3F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5750" t="34960" r="3268" b="36664"/>
          <a:stretch/>
        </p:blipFill>
        <p:spPr>
          <a:xfrm>
            <a:off x="719572" y="1124744"/>
            <a:ext cx="7704856" cy="4263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74811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8" name="제목 12"/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700" b="1" i="0" u="none" strike="noStrike" kern="1200" cap="none" spc="-5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수행 단계별 주요 산출물</a:t>
            </a:r>
          </a:p>
        </p:txBody>
      </p: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graphicFrame>
        <p:nvGraphicFramePr>
          <p:cNvPr id="2" name="표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2525809"/>
              </p:ext>
            </p:extLst>
          </p:nvPr>
        </p:nvGraphicFramePr>
        <p:xfrm>
          <a:off x="1187625" y="1510757"/>
          <a:ext cx="7416822" cy="456560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4401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6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7214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721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7214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0066">
                <a:tc row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 dirty="0">
                          <a:effectLst/>
                        </a:rPr>
                        <a:t>단계</a:t>
                      </a:r>
                      <a:endParaRPr lang="ko-KR" altLang="en-US" sz="8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 dirty="0">
                          <a:effectLst/>
                        </a:rPr>
                        <a:t>산출물</a:t>
                      </a:r>
                      <a:endParaRPr lang="ko-KR" altLang="en-US" sz="8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700" b="1" kern="0" spc="0" dirty="0">
                          <a:effectLst/>
                        </a:rPr>
                        <a:t>일반</a:t>
                      </a:r>
                      <a:endParaRPr lang="ko-KR" altLang="en-US" sz="8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700" b="1" kern="0" spc="0" dirty="0">
                          <a:effectLst/>
                        </a:rPr>
                        <a:t>응용 소프트웨어</a:t>
                      </a:r>
                      <a:endParaRPr lang="ko-KR" altLang="en-US" sz="8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700" b="1" kern="0" spc="0" dirty="0">
                          <a:effectLst/>
                        </a:rPr>
                        <a:t>응용 하드웨어</a:t>
                      </a:r>
                      <a:endParaRPr lang="ko-KR" altLang="en-US" sz="8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640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-171450" algn="ctr" fontAlgn="base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700" b="1" kern="0" spc="0" dirty="0">
                          <a:effectLst/>
                        </a:rPr>
                        <a:t>∙모바일 </a:t>
                      </a:r>
                      <a:r>
                        <a:rPr lang="en-US" sz="700" b="1" kern="0" spc="0" dirty="0">
                          <a:effectLst/>
                        </a:rPr>
                        <a:t>APP</a:t>
                      </a:r>
                      <a:endParaRPr lang="en-US" sz="800" b="1" kern="0" spc="0" dirty="0">
                        <a:effectLst/>
                      </a:endParaRPr>
                    </a:p>
                    <a:p>
                      <a:pPr marL="0" marR="0" indent="-171450" algn="ctr" fontAlgn="base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kern="0" spc="0" dirty="0">
                          <a:effectLst/>
                        </a:rPr>
                        <a:t>∙Web </a:t>
                      </a:r>
                      <a:r>
                        <a:rPr lang="ko-KR" altLang="en-US" sz="700" b="1" kern="0" spc="0" dirty="0">
                          <a:effectLst/>
                        </a:rPr>
                        <a:t>등</a:t>
                      </a:r>
                      <a:endParaRPr lang="ko-KR" altLang="en-US" sz="8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-171450" algn="ctr" fontAlgn="base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700" b="1" kern="0" spc="0" dirty="0">
                          <a:effectLst/>
                        </a:rPr>
                        <a:t>∙</a:t>
                      </a:r>
                      <a:r>
                        <a:rPr lang="ko-KR" altLang="en-US" sz="700" b="1" kern="0" spc="0" dirty="0" err="1">
                          <a:effectLst/>
                        </a:rPr>
                        <a:t>빅데이터</a:t>
                      </a:r>
                      <a:endParaRPr lang="ko-KR" altLang="en-US" sz="800" b="1" kern="0" spc="0" dirty="0">
                        <a:effectLst/>
                      </a:endParaRPr>
                    </a:p>
                    <a:p>
                      <a:pPr marL="0" marR="0" indent="-171450" algn="ctr" fontAlgn="base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700" b="1" kern="0" spc="0" dirty="0">
                          <a:effectLst/>
                        </a:rPr>
                        <a:t>∙인공지능</a:t>
                      </a:r>
                      <a:endParaRPr lang="ko-KR" altLang="en-US" sz="800" b="1" kern="0" spc="0" dirty="0">
                        <a:effectLst/>
                      </a:endParaRPr>
                    </a:p>
                    <a:p>
                      <a:pPr marL="0" marR="0" indent="-171450" algn="ctr" fontAlgn="base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700" b="1" kern="0" spc="0" dirty="0">
                          <a:effectLst/>
                        </a:rPr>
                        <a:t>∙블록체인 등</a:t>
                      </a:r>
                      <a:endParaRPr lang="ko-KR" altLang="en-US" sz="8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-171450" algn="ctr" fontAlgn="base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kern="0" spc="0" dirty="0">
                          <a:effectLst/>
                        </a:rPr>
                        <a:t>∙</a:t>
                      </a:r>
                      <a:r>
                        <a:rPr lang="en-US" sz="700" b="1" kern="0" spc="0" dirty="0" err="1">
                          <a:effectLst/>
                        </a:rPr>
                        <a:t>IoT</a:t>
                      </a:r>
                      <a:endParaRPr lang="en-US" sz="800" b="1" kern="0" spc="0" dirty="0">
                        <a:effectLst/>
                      </a:endParaRPr>
                    </a:p>
                    <a:p>
                      <a:pPr marL="0" marR="0" indent="-171450" algn="ctr" fontAlgn="base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kern="0" spc="0" dirty="0">
                          <a:effectLst/>
                        </a:rPr>
                        <a:t>∙</a:t>
                      </a:r>
                      <a:r>
                        <a:rPr lang="ko-KR" altLang="en-US" sz="700" b="1" kern="0" spc="0" dirty="0">
                          <a:effectLst/>
                        </a:rPr>
                        <a:t>로봇</a:t>
                      </a:r>
                      <a:endParaRPr lang="ko-KR" altLang="en-US" sz="800" b="1" kern="0" spc="0" dirty="0">
                        <a:effectLst/>
                      </a:endParaRPr>
                    </a:p>
                    <a:p>
                      <a:pPr marL="0" marR="0" indent="-171450" algn="ctr" fontAlgn="base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700" b="1" kern="0" spc="0" dirty="0">
                          <a:effectLst/>
                        </a:rPr>
                        <a:t>∙</a:t>
                      </a:r>
                      <a:r>
                        <a:rPr lang="ko-KR" altLang="en-US" sz="700" b="1" kern="0" spc="0" dirty="0" err="1">
                          <a:effectLst/>
                        </a:rPr>
                        <a:t>드론</a:t>
                      </a:r>
                      <a:r>
                        <a:rPr lang="ko-KR" altLang="en-US" sz="700" b="1" kern="0" spc="0" dirty="0">
                          <a:effectLst/>
                        </a:rPr>
                        <a:t> 등</a:t>
                      </a:r>
                      <a:endParaRPr lang="ko-KR" altLang="en-US" sz="8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0599">
                <a:tc rowSpan="3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 dirty="0">
                          <a:effectLst/>
                        </a:rPr>
                        <a:t>환경 분석</a:t>
                      </a:r>
                      <a:endParaRPr lang="ko-KR" altLang="en-US" sz="9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시장</a:t>
                      </a:r>
                      <a:r>
                        <a:rPr lang="en-US" altLang="ko-KR" sz="800" kern="0" spc="0" dirty="0">
                          <a:effectLst/>
                        </a:rPr>
                        <a:t>/</a:t>
                      </a:r>
                      <a:r>
                        <a:rPr lang="ko-KR" altLang="en-US" sz="800" kern="0" spc="0" dirty="0">
                          <a:effectLst/>
                        </a:rPr>
                        <a:t>기술 환경 분석서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설문조사 결과서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인터뷰 결과서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0599">
                <a:tc row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 dirty="0">
                          <a:effectLst/>
                        </a:rPr>
                        <a:t>요구사항 분석</a:t>
                      </a:r>
                      <a:endParaRPr lang="ko-KR" altLang="en-US" sz="9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요구사항 정의서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 err="1">
                          <a:effectLst/>
                        </a:rPr>
                        <a:t>유즈케이스</a:t>
                      </a:r>
                      <a:r>
                        <a:rPr lang="ko-KR" altLang="en-US" sz="800" kern="0" spc="0" dirty="0">
                          <a:effectLst/>
                        </a:rPr>
                        <a:t> 정의서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9639">
                <a:tc rowSpan="4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 dirty="0">
                          <a:effectLst/>
                        </a:rPr>
                        <a:t>아키텍처 설계</a:t>
                      </a:r>
                      <a:endParaRPr lang="ko-KR" altLang="en-US" sz="9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서비스 구성도</a:t>
                      </a:r>
                      <a:r>
                        <a:rPr lang="en-US" altLang="ko-KR" sz="800" kern="0" spc="0" dirty="0">
                          <a:effectLst/>
                        </a:rPr>
                        <a:t>(</a:t>
                      </a:r>
                      <a:r>
                        <a:rPr lang="ko-KR" altLang="en-US" sz="800" kern="0" spc="0" dirty="0">
                          <a:effectLst/>
                        </a:rPr>
                        <a:t>시스템 구성도</a:t>
                      </a:r>
                      <a:r>
                        <a:rPr lang="en-US" altLang="ko-KR" sz="800" kern="0" spc="0" dirty="0">
                          <a:effectLst/>
                        </a:rPr>
                        <a:t>)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서비스 흐름도</a:t>
                      </a:r>
                      <a:r>
                        <a:rPr lang="en-US" altLang="ko-KR" sz="800" kern="0" spc="0" dirty="0">
                          <a:effectLst/>
                        </a:rPr>
                        <a:t>(</a:t>
                      </a:r>
                      <a:r>
                        <a:rPr lang="ko-KR" altLang="en-US" sz="800" kern="0" spc="0" dirty="0">
                          <a:effectLst/>
                        </a:rPr>
                        <a:t>데이터 흐름도</a:t>
                      </a:r>
                      <a:r>
                        <a:rPr lang="en-US" altLang="ko-KR" sz="800" kern="0" spc="0" dirty="0">
                          <a:effectLst/>
                        </a:rPr>
                        <a:t>)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>
                          <a:effectLst/>
                        </a:rPr>
                        <a:t>△</a:t>
                      </a:r>
                      <a:endParaRPr lang="ko-KR" altLang="en-US" sz="9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0" spc="0" dirty="0">
                          <a:effectLst/>
                        </a:rPr>
                        <a:t>UI/UX </a:t>
                      </a:r>
                      <a:r>
                        <a:rPr lang="ko-KR" altLang="en-US" sz="800" kern="0" spc="0" dirty="0">
                          <a:effectLst/>
                        </a:rPr>
                        <a:t>정의서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하드웨어</a:t>
                      </a:r>
                      <a:r>
                        <a:rPr lang="en-US" altLang="ko-KR" sz="800" kern="0" spc="0" dirty="0">
                          <a:effectLst/>
                        </a:rPr>
                        <a:t>/</a:t>
                      </a:r>
                      <a:r>
                        <a:rPr lang="ko-KR" altLang="en-US" sz="800" kern="0" spc="0" dirty="0">
                          <a:effectLst/>
                        </a:rPr>
                        <a:t>센서 구성도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0" spc="0" dirty="0">
                          <a:effectLst/>
                        </a:rPr>
                        <a:t>-</a:t>
                      </a:r>
                      <a:endParaRPr 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0" spc="0" dirty="0">
                          <a:effectLst/>
                        </a:rPr>
                        <a:t>-</a:t>
                      </a:r>
                      <a:endParaRPr 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>
                          <a:effectLst/>
                        </a:rPr>
                        <a:t>○</a:t>
                      </a:r>
                      <a:endParaRPr lang="ko-KR" altLang="en-US" sz="9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00599">
                <a:tc rowSpan="7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 dirty="0">
                          <a:effectLst/>
                        </a:rPr>
                        <a:t>기능 설계</a:t>
                      </a:r>
                      <a:endParaRPr lang="ko-KR" altLang="en-US" sz="9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메뉴 구성도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>
                          <a:effectLst/>
                        </a:rPr>
                        <a:t>○</a:t>
                      </a:r>
                      <a:endParaRPr lang="ko-KR" altLang="en-US" sz="9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화면 설계서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>
                          <a:effectLst/>
                        </a:rPr>
                        <a:t>△</a:t>
                      </a:r>
                      <a:endParaRPr lang="ko-KR" altLang="en-US" sz="9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 err="1">
                          <a:effectLst/>
                        </a:rPr>
                        <a:t>엔티티</a:t>
                      </a:r>
                      <a:r>
                        <a:rPr lang="ko-KR" altLang="en-US" sz="800" kern="0" spc="0" dirty="0">
                          <a:effectLst/>
                        </a:rPr>
                        <a:t> 관계도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기능 처리도</a:t>
                      </a:r>
                      <a:r>
                        <a:rPr lang="en-US" altLang="ko-KR" sz="800" kern="0" spc="0" dirty="0">
                          <a:effectLst/>
                        </a:rPr>
                        <a:t>(</a:t>
                      </a:r>
                      <a:r>
                        <a:rPr lang="ko-KR" altLang="en-US" sz="800" kern="0" spc="0" dirty="0">
                          <a:effectLst/>
                        </a:rPr>
                        <a:t>기능 흐름도</a:t>
                      </a:r>
                      <a:r>
                        <a:rPr lang="en-US" altLang="ko-KR" sz="800" kern="0" spc="0" dirty="0">
                          <a:effectLst/>
                        </a:rPr>
                        <a:t>)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알고리즘 명세서</a:t>
                      </a:r>
                      <a:r>
                        <a:rPr lang="en-US" altLang="ko-KR" sz="800" kern="0" spc="0" dirty="0">
                          <a:effectLst/>
                        </a:rPr>
                        <a:t>/</a:t>
                      </a:r>
                      <a:r>
                        <a:rPr lang="ko-KR" altLang="en-US" sz="800" kern="0" spc="0" dirty="0">
                          <a:effectLst/>
                        </a:rPr>
                        <a:t>설명서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데이터 수집처리 정의서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0" spc="0" dirty="0">
                          <a:effectLst/>
                        </a:rPr>
                        <a:t>-</a:t>
                      </a:r>
                      <a:endParaRPr 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0" spc="0" dirty="0">
                          <a:effectLst/>
                        </a:rPr>
                        <a:t>-</a:t>
                      </a:r>
                      <a:endParaRPr 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하드웨어 설계도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0" spc="0" dirty="0">
                          <a:effectLst/>
                        </a:rPr>
                        <a:t>-</a:t>
                      </a:r>
                      <a:endParaRPr 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0" spc="0" dirty="0">
                          <a:effectLst/>
                        </a:rPr>
                        <a:t>-</a:t>
                      </a:r>
                      <a:endParaRPr 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00599">
                <a:tc rowSpan="3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 dirty="0">
                          <a:effectLst/>
                        </a:rPr>
                        <a:t>개발 </a:t>
                      </a:r>
                      <a:r>
                        <a:rPr lang="en-US" altLang="ko-KR" sz="900" b="1" kern="0" spc="0" dirty="0">
                          <a:effectLst/>
                        </a:rPr>
                        <a:t>/ </a:t>
                      </a:r>
                      <a:r>
                        <a:rPr lang="ko-KR" altLang="en-US" sz="900" b="1" kern="0" spc="0" dirty="0">
                          <a:effectLst/>
                        </a:rPr>
                        <a:t>구현</a:t>
                      </a:r>
                      <a:endParaRPr lang="ko-KR" altLang="en-US" sz="9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프로그램 목록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테이블 정의서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>
                          <a:effectLst/>
                        </a:rPr>
                        <a:t>○</a:t>
                      </a:r>
                      <a:endParaRPr lang="ko-KR" altLang="en-US" sz="9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핵심 소스코드 다같이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1187624" y="6453336"/>
            <a:ext cx="3456384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500" dirty="0"/>
              <a:t>※ ○ </a:t>
            </a:r>
            <a:r>
              <a:rPr lang="ko-KR" altLang="en-US" sz="1500" dirty="0"/>
              <a:t>필수</a:t>
            </a:r>
            <a:r>
              <a:rPr lang="en-US" altLang="ko-KR" sz="1500" dirty="0"/>
              <a:t>, △ </a:t>
            </a:r>
            <a:r>
              <a:rPr lang="ko-KR" altLang="en-US" sz="1500" dirty="0"/>
              <a:t>선택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5D688C9C-E99B-9A7D-A7C8-08A5313761D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7840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8" name="제목 12"/>
          <p:cNvSpPr txBox="1">
            <a:spLocks/>
          </p:cNvSpPr>
          <p:nvPr/>
        </p:nvSpPr>
        <p:spPr>
          <a:xfrm>
            <a:off x="323528" y="692697"/>
            <a:ext cx="2952328" cy="27247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lang="ko-KR" altLang="en-US" sz="1700" b="1" dirty="0">
                <a:solidFill>
                  <a:schemeClr val="bg1"/>
                </a:solidFill>
                <a:latin typeface="+mn-ea"/>
                <a:cs typeface="+mj-cs"/>
              </a:rPr>
              <a:t>요구사항 정의서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1" name="직사각형 50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 1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pic>
        <p:nvPicPr>
          <p:cNvPr id="26" name="그림 2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048" y="1579931"/>
            <a:ext cx="8568952" cy="2747411"/>
          </a:xfrm>
          <a:prstGeom prst="rect">
            <a:avLst/>
          </a:prstGeom>
        </p:spPr>
      </p:pic>
      <p:sp>
        <p:nvSpPr>
          <p:cNvPr id="14" name="사각형: 둥근 모서리 26">
            <a:extLst>
              <a:ext uri="{FF2B5EF4-FFF2-40B4-BE49-F238E27FC236}">
                <a16:creationId xmlns:a16="http://schemas.microsoft.com/office/drawing/2014/main" id="{69659BEF-F123-08F4-4B5B-57C4F02FD4D3}"/>
              </a:ext>
            </a:extLst>
          </p:cNvPr>
          <p:cNvSpPr/>
          <p:nvPr/>
        </p:nvSpPr>
        <p:spPr>
          <a:xfrm>
            <a:off x="445950" y="6445176"/>
            <a:ext cx="8252100" cy="368200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※ </a:t>
            </a:r>
            <a:r>
              <a:rPr lang="ko-KR" altLang="en-US" b="1" dirty="0">
                <a:solidFill>
                  <a:srgbClr val="FF0000"/>
                </a:solidFill>
              </a:rPr>
              <a:t>본문의 예시 내용을 지우고 과제 내용으로 변경하여 사용하세요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A9EEBD11-4006-3594-59BB-DFE0EC923D1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20419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직사각형 13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7" name="직선 연결선 16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연결선 17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9" name="제목 12"/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lang="ko-KR" altLang="en-US" sz="1700" b="1" dirty="0">
                <a:solidFill>
                  <a:schemeClr val="bg1"/>
                </a:solidFill>
                <a:latin typeface="+mn-ea"/>
                <a:cs typeface="+mj-cs"/>
              </a:rPr>
              <a:t>요구사항 정의서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5" name="막힌 원호 34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 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2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graphicFrame>
        <p:nvGraphicFramePr>
          <p:cNvPr id="3" name="표 2"/>
          <p:cNvGraphicFramePr>
            <a:graphicFrameLocks noGrp="1"/>
          </p:cNvGraphicFramePr>
          <p:nvPr/>
        </p:nvGraphicFramePr>
        <p:xfrm>
          <a:off x="251520" y="1268760"/>
          <a:ext cx="4320480" cy="4968554"/>
        </p:xfrm>
        <a:graphic>
          <a:graphicData uri="http://schemas.openxmlformats.org/drawingml/2006/table">
            <a:tbl>
              <a:tblPr/>
              <a:tblGrid>
                <a:gridCol w="4320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642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9919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구분</a:t>
                      </a:r>
                    </a:p>
                  </a:txBody>
                  <a:tcPr marL="36000" marR="36000" marT="8570" marB="857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기능</a:t>
                      </a:r>
                    </a:p>
                  </a:txBody>
                  <a:tcPr marL="36000" marR="36000" marT="8570" marB="857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설명</a:t>
                      </a:r>
                    </a:p>
                  </a:txBody>
                  <a:tcPr marL="36000" marR="36000" marT="8570" marB="857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4738">
                <a:tc rowSpan="1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kern="0" spc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S/W</a:t>
                      </a:r>
                    </a:p>
                  </a:txBody>
                  <a:tcPr marL="36000" marR="36000" marT="8570" marB="857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식물 검색</a:t>
                      </a:r>
                    </a:p>
                  </a:txBody>
                  <a:tcPr marL="36000" marR="36000" marT="8570" marB="857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DBMS</a:t>
                      </a:r>
                      <a:r>
                        <a:rPr lang="ko-KR" altLang="en-US" sz="900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에 있는 식물 데이터를 사용자가 검색할 수 있다</a:t>
                      </a:r>
                      <a:r>
                        <a:rPr lang="en-US" altLang="ko-KR" sz="900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.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36000" marT="8570" marB="857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473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kern="0" spc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하우스 내 식물 추가</a:t>
                      </a:r>
                    </a:p>
                  </a:txBody>
                  <a:tcPr marL="36000" marR="36000" marT="8570" marB="857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비어 있는 하우스를 선택해 새로운 식물을 등록할 수 있다</a:t>
                      </a:r>
                      <a:r>
                        <a:rPr lang="en-US" altLang="ko-KR" sz="900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.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36000" marT="8570" marB="857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473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kern="0" spc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하우스 내 식물 삭제</a:t>
                      </a:r>
                    </a:p>
                  </a:txBody>
                  <a:tcPr marL="36000" marR="36000" marT="8570" marB="857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하우스에 저장되어 있는 식물을 선택해 삭제할 수 있다</a:t>
                      </a:r>
                      <a:r>
                        <a:rPr lang="en-US" altLang="ko-KR" sz="900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.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36000" marT="8570" marB="857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473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kern="0" spc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하우스 식물 온도 상태보기</a:t>
                      </a:r>
                    </a:p>
                  </a:txBody>
                  <a:tcPr marL="36000" marR="36000" marT="8570" marB="857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최근 일주일 동안 누적된 식물의 온도 데이터를 그래프화하여 확인할 수 있다</a:t>
                      </a:r>
                      <a:r>
                        <a:rPr lang="en-US" altLang="ko-KR" sz="900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.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36000" marT="8570" marB="857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473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kern="0" spc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하우스 식물 조도 상태보기</a:t>
                      </a:r>
                    </a:p>
                  </a:txBody>
                  <a:tcPr marL="36000" marR="36000" marT="8570" marB="857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최근 일주일 동안 누적된 식물의 조도 데이터를 그래프화하여 확인할 수 있다</a:t>
                      </a:r>
                      <a:r>
                        <a:rPr lang="en-US" altLang="ko-KR" sz="900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.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36000" marT="8570" marB="857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473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kern="0" spc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하우스 식물 습도 상태보기</a:t>
                      </a:r>
                    </a:p>
                  </a:txBody>
                  <a:tcPr marL="36000" marR="36000" marT="8570" marB="857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최근 일주일 동안 누적된 식물의 습도 데이터를 그래프화하여 확인할 수 있다</a:t>
                      </a:r>
                      <a:r>
                        <a:rPr lang="en-US" altLang="ko-KR" sz="900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.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36000" marT="8570" marB="857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991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kern="0" spc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식물 테마 추천 받기</a:t>
                      </a:r>
                    </a:p>
                  </a:txBody>
                  <a:tcPr marL="36000" marR="36000" marT="8570" marB="857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기능별 식물을 추천 받을 수 있다</a:t>
                      </a:r>
                      <a:r>
                        <a:rPr lang="en-US" altLang="ko-KR" sz="900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.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36000" marT="8570" marB="857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3991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kern="0" spc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하우스 식물 온도 조절</a:t>
                      </a:r>
                    </a:p>
                  </a:txBody>
                  <a:tcPr marL="36000" marR="36000" marT="8570" marB="857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하우스 내의 온도를 높이거나 낮출 수 있다</a:t>
                      </a:r>
                      <a:r>
                        <a:rPr lang="en-US" altLang="ko-KR" sz="900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.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36000" marT="8570" marB="857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089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kern="0" spc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하우스 식물 조도 조절</a:t>
                      </a:r>
                    </a:p>
                  </a:txBody>
                  <a:tcPr marL="36000" marR="36000" marT="8570" marB="857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LED</a:t>
                      </a:r>
                      <a:r>
                        <a:rPr lang="ko-KR" altLang="en-US" sz="900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를 통해 하우스 내의 조도를 조절할 수 있다</a:t>
                      </a:r>
                      <a:r>
                        <a:rPr lang="en-US" altLang="ko-KR" sz="900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.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36000" marT="8570" marB="857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9473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kern="0" spc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하우스 식물 습도 조절</a:t>
                      </a:r>
                    </a:p>
                  </a:txBody>
                  <a:tcPr marL="36000" marR="36000" marT="8570" marB="857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식물에의 급수를 통해 하우스의 습도를 조절할 수 있다</a:t>
                      </a:r>
                      <a:r>
                        <a:rPr lang="en-US" altLang="ko-KR" sz="900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.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36000" marT="8570" marB="857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9473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kern="0" spc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하우스 자동 제어</a:t>
                      </a:r>
                    </a:p>
                  </a:txBody>
                  <a:tcPr marL="36000" marR="36000" marT="8570" marB="857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자동 제어 모드를 선택해 식물에게 적절한 환경을 갖추도록 자동으로 제어되게 할 수 있다</a:t>
                      </a:r>
                      <a:r>
                        <a:rPr lang="en-US" altLang="ko-KR" sz="900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.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36000" marT="8570" marB="857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graphicFrame>
        <p:nvGraphicFramePr>
          <p:cNvPr id="4" name="표 3"/>
          <p:cNvGraphicFramePr>
            <a:graphicFrameLocks noGrp="1"/>
          </p:cNvGraphicFramePr>
          <p:nvPr/>
        </p:nvGraphicFramePr>
        <p:xfrm>
          <a:off x="4779677" y="1268760"/>
          <a:ext cx="4112803" cy="4968551"/>
        </p:xfrm>
        <a:graphic>
          <a:graphicData uri="http://schemas.openxmlformats.org/drawingml/2006/table">
            <a:tbl>
              <a:tblPr/>
              <a:tblGrid>
                <a:gridCol w="4320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5661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5644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 dirty="0">
                          <a:solidFill>
                            <a:srgbClr val="000000"/>
                          </a:solidFill>
                          <a:effectLst/>
                          <a:ea typeface="맑은 고딕"/>
                        </a:rPr>
                        <a:t>구분</a:t>
                      </a:r>
                      <a:endParaRPr lang="ko-KR" altLang="en-US" sz="9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30996" marR="30996" marT="8570" marB="857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 dirty="0">
                          <a:solidFill>
                            <a:srgbClr val="000000"/>
                          </a:solidFill>
                          <a:effectLst/>
                          <a:ea typeface="맑은 고딕"/>
                        </a:rPr>
                        <a:t>기능</a:t>
                      </a:r>
                      <a:endParaRPr lang="ko-KR" altLang="en-US" sz="9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30996" marR="30996" marT="8570" marB="857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 dirty="0">
                          <a:solidFill>
                            <a:srgbClr val="000000"/>
                          </a:solidFill>
                          <a:effectLst/>
                          <a:ea typeface="맑은 고딕"/>
                        </a:rPr>
                        <a:t>설명</a:t>
                      </a:r>
                      <a:endParaRPr lang="ko-KR" altLang="en-US" sz="9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30996" marR="30996" marT="8570" marB="857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1871">
                <a:tc rowSpan="8">
                  <a:txBody>
                    <a:bodyPr/>
                    <a:lstStyle/>
                    <a:p>
                      <a:pPr latinLnBrk="1"/>
                      <a:r>
                        <a:rPr lang="en-US" altLang="ko-KR" sz="1000" dirty="0">
                          <a:latin typeface="+mn-ea"/>
                          <a:ea typeface="+mn-ea"/>
                        </a:rPr>
                        <a:t>H/W</a:t>
                      </a:r>
                      <a:endParaRPr lang="ko-KR" altLang="en-US" sz="1000" dirty="0">
                        <a:latin typeface="+mn-ea"/>
                        <a:ea typeface="+mn-ea"/>
                      </a:endParaRPr>
                    </a:p>
                  </a:txBody>
                  <a:tcPr anchor="ctr"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하우스 물주기</a:t>
                      </a:r>
                    </a:p>
                  </a:txBody>
                  <a:tcPr marL="30996" marR="30996" marT="8570" marB="8570" anchor="ctr"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펌프를 사용해 식물에게 물을 줄 수 있다</a:t>
                      </a:r>
                      <a:r>
                        <a:rPr lang="en-US" altLang="ko-KR" sz="10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.</a:t>
                      </a:r>
                      <a:endParaRPr lang="ko-KR" altLang="en-US" sz="100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30996" marR="30996" marT="8570" marB="857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8136">
                <a:tc v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+mn-ea"/>
                        <a:ea typeface="+mn-ea"/>
                      </a:endParaRPr>
                    </a:p>
                  </a:txBody>
                  <a:tcP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하우스 </a:t>
                      </a:r>
                      <a:r>
                        <a:rPr lang="en-US" altLang="ko-KR" sz="10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24 LED</a:t>
                      </a:r>
                      <a:r>
                        <a:rPr lang="ko-KR" altLang="en-US" sz="10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키우기</a:t>
                      </a:r>
                    </a:p>
                  </a:txBody>
                  <a:tcPr marL="30996" marR="30996" marT="8570" marB="857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LED </a:t>
                      </a:r>
                      <a:r>
                        <a:rPr lang="ko-KR" altLang="en-US" sz="10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점등으로 식물에게 필요한 빛을 공급할 수 있다</a:t>
                      </a:r>
                      <a:r>
                        <a:rPr lang="en-US" altLang="ko-KR" sz="10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.</a:t>
                      </a:r>
                      <a:endParaRPr lang="ko-KR" altLang="en-US" sz="100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30996" marR="30996" marT="8570" marB="857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813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하우스 온도 올려주기</a:t>
                      </a:r>
                    </a:p>
                  </a:txBody>
                  <a:tcPr marL="30996" marR="30996" marT="8570" marB="857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하우스 내의 온도를 올려줄 수 있다</a:t>
                      </a:r>
                      <a:r>
                        <a:rPr lang="en-US" altLang="ko-KR" sz="10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.</a:t>
                      </a:r>
                      <a:endParaRPr lang="ko-KR" altLang="en-US" sz="100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30996" marR="30996" marT="8570" marB="857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813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하우스 온도 내려주기</a:t>
                      </a:r>
                    </a:p>
                  </a:txBody>
                  <a:tcPr marL="30996" marR="30996" marT="8570" marB="857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하우스 내의 온도를 내려줄 수 있다</a:t>
                      </a:r>
                      <a:r>
                        <a:rPr lang="en-US" altLang="ko-KR" sz="10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.</a:t>
                      </a:r>
                      <a:endParaRPr lang="ko-KR" altLang="en-US" sz="100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30996" marR="30996" marT="8570" marB="857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813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하우스 내의 온도 측정</a:t>
                      </a:r>
                    </a:p>
                  </a:txBody>
                  <a:tcPr marL="30996" marR="30996" marT="8570" marB="857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온도 센서를 통해 하우스 내의 온도를 측정할 수 있다</a:t>
                      </a:r>
                      <a:r>
                        <a:rPr lang="en-US" altLang="ko-KR" sz="10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.</a:t>
                      </a:r>
                      <a:endParaRPr lang="ko-KR" altLang="en-US" sz="100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30996" marR="30996" marT="8570" marB="857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8813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하우스 내의 조도 측정</a:t>
                      </a:r>
                    </a:p>
                  </a:txBody>
                  <a:tcPr marL="30996" marR="30996" marT="8570" marB="857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조도 센서를 통해 하우스 내 식물이 받는 조도 값을 측정할 수 있다</a:t>
                      </a:r>
                      <a:r>
                        <a:rPr lang="en-US" altLang="ko-KR" sz="10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.</a:t>
                      </a:r>
                      <a:endParaRPr lang="ko-KR" altLang="en-US" sz="100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30996" marR="30996" marT="8570" marB="857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8813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하우스 내의 습도 측정</a:t>
                      </a:r>
                    </a:p>
                  </a:txBody>
                  <a:tcPr marL="30996" marR="30996" marT="8570" marB="857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습도 센서를 통해 식물 토양의 습도를 측정할 수 있다</a:t>
                      </a:r>
                      <a:r>
                        <a:rPr lang="en-US" altLang="ko-KR" sz="10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.</a:t>
                      </a:r>
                      <a:endParaRPr lang="ko-KR" altLang="en-US" sz="100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30996" marR="30996" marT="8570" marB="857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8722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kern="0" spc="0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아두이노</a:t>
                      </a:r>
                      <a:r>
                        <a:rPr lang="ko-KR" altLang="en-US" sz="10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웹 서버 연결</a:t>
                      </a:r>
                    </a:p>
                  </a:txBody>
                  <a:tcPr marL="30996" marR="30996" marT="8570" marB="857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kern="0" spc="0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아두이노를</a:t>
                      </a:r>
                      <a:r>
                        <a:rPr lang="ko-KR" altLang="en-US" sz="10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웹 서버와 연동하여 통신이 가능하고</a:t>
                      </a:r>
                      <a:r>
                        <a:rPr lang="en-US" altLang="ko-KR" sz="10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0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각 센서들로부터 측정값을 받아온다</a:t>
                      </a:r>
                      <a:r>
                        <a:rPr lang="en-US" altLang="ko-KR" sz="10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.</a:t>
                      </a:r>
                      <a:endParaRPr lang="ko-KR" altLang="en-US" sz="100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30996" marR="30996" marT="8570" marB="857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5" name="사각형: 둥근 모서리 26">
            <a:extLst>
              <a:ext uri="{FF2B5EF4-FFF2-40B4-BE49-F238E27FC236}">
                <a16:creationId xmlns:a16="http://schemas.microsoft.com/office/drawing/2014/main" id="{B851744A-AE4F-BFAF-4985-F81C612084E7}"/>
              </a:ext>
            </a:extLst>
          </p:cNvPr>
          <p:cNvSpPr/>
          <p:nvPr/>
        </p:nvSpPr>
        <p:spPr>
          <a:xfrm>
            <a:off x="445950" y="6445176"/>
            <a:ext cx="8252100" cy="368200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※ </a:t>
            </a:r>
            <a:r>
              <a:rPr lang="ko-KR" altLang="en-US" b="1" dirty="0">
                <a:solidFill>
                  <a:srgbClr val="FF0000"/>
                </a:solidFill>
              </a:rPr>
              <a:t>본문의 예시 내용을 지우고 과제 내용으로 변경하여 사용하세요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76A8DEEC-EDDD-D5BE-5FB2-FEBE84D686E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31306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8" name="제목 12"/>
          <p:cNvSpPr txBox="1">
            <a:spLocks/>
          </p:cNvSpPr>
          <p:nvPr/>
        </p:nvSpPr>
        <p:spPr>
          <a:xfrm>
            <a:off x="323528" y="692697"/>
            <a:ext cx="2952328" cy="27247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lang="ko-KR" altLang="en-US" sz="1700" b="1" dirty="0" err="1">
                <a:solidFill>
                  <a:schemeClr val="bg1"/>
                </a:solidFill>
                <a:latin typeface="+mn-ea"/>
                <a:cs typeface="+mj-cs"/>
              </a:rPr>
              <a:t>유즈케이스</a:t>
            </a:r>
            <a:r>
              <a:rPr lang="ko-KR" altLang="en-US" sz="1700" b="1" dirty="0">
                <a:solidFill>
                  <a:schemeClr val="bg1"/>
                </a:solidFill>
                <a:latin typeface="+mn-ea"/>
                <a:cs typeface="+mj-cs"/>
              </a:rPr>
              <a:t> 정의서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1" name="직사각형 50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 1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pic>
        <p:nvPicPr>
          <p:cNvPr id="18" name="그림 1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3968" y="1224706"/>
            <a:ext cx="4733032" cy="4053525"/>
          </a:xfrm>
          <a:prstGeom prst="rect">
            <a:avLst/>
          </a:prstGeom>
        </p:spPr>
      </p:pic>
      <p:pic>
        <p:nvPicPr>
          <p:cNvPr id="19" name="그림 1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3968" y="5322656"/>
            <a:ext cx="4760640" cy="903536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2680" y="1664858"/>
            <a:ext cx="3577084" cy="3927202"/>
          </a:xfrm>
          <a:prstGeom prst="rect">
            <a:avLst/>
          </a:prstGeom>
        </p:spPr>
      </p:pic>
      <p:sp>
        <p:nvSpPr>
          <p:cNvPr id="15" name="사각형: 둥근 모서리 26">
            <a:extLst>
              <a:ext uri="{FF2B5EF4-FFF2-40B4-BE49-F238E27FC236}">
                <a16:creationId xmlns:a16="http://schemas.microsoft.com/office/drawing/2014/main" id="{2096E5B6-DD78-0BA2-8120-DB274B63CE3C}"/>
              </a:ext>
            </a:extLst>
          </p:cNvPr>
          <p:cNvSpPr/>
          <p:nvPr/>
        </p:nvSpPr>
        <p:spPr>
          <a:xfrm>
            <a:off x="445950" y="6445176"/>
            <a:ext cx="8252100" cy="368200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※ </a:t>
            </a:r>
            <a:r>
              <a:rPr lang="ko-KR" altLang="en-US" b="1" dirty="0">
                <a:solidFill>
                  <a:srgbClr val="FF0000"/>
                </a:solidFill>
              </a:rPr>
              <a:t>본문의 예시 내용을 지우고 과제 내용으로 변경하여 사용하세요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4062E413-BE7C-D6B2-00C8-783CC0EC2408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209256"/>
      </p:ext>
    </p:extLst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09728" y="0"/>
            <a:ext cx="3090672" cy="1115568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" y="539496"/>
            <a:ext cx="2578608" cy="91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73552" y="548640"/>
            <a:ext cx="5376672" cy="91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37744" y="685800"/>
            <a:ext cx="2971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맑은 고딕"/>
              </a:rPr>
              <a:t>| 유즈케이스 정의서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566928"/>
            <a:ext cx="21488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EE0000"/>
                </a:solidFill>
                <a:latin typeface="맑은 고딕"/>
              </a:rPr>
              <a:t>UC-01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170432"/>
            <a:ext cx="7955279" cy="310896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600" b="1">
                <a:solidFill>
                  <a:srgbClr val="3B5AA8"/>
                </a:solidFill>
                <a:latin typeface="맑은 고딕"/>
              </a:rPr>
              <a:t>배터리 자산 등록 및 측정 시작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6547104"/>
            <a:ext cx="72237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EE0000"/>
                </a:solidFill>
                <a:latin typeface="맑은 고딕"/>
              </a:rPr>
              <a:t>※ 선행조건·후행조건·관련 액터·우선순위·중요도 포함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75488" y="1627632"/>
          <a:ext cx="8229600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07008"/>
                <a:gridCol w="7022592"/>
              </a:tblGrid>
              <a:tr h="256032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>
                    <a:solidFill>
                      <a:srgbClr val="3B5AA8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60" b="1">
                          <a:solidFill>
                            <a:srgbClr val="FFFFFF"/>
                          </a:solidFill>
                          <a:latin typeface="맑은 고딕"/>
                        </a:rPr>
                        <a:t>UC-01  배터리 자산 등록 및 측정 시작</a:t>
                      </a:r>
                    </a:p>
                  </a:txBody>
                  <a:tcPr>
                    <a:solidFill>
                      <a:srgbClr val="3B5AA8"/>
                    </a:solidFill>
                  </a:tcPr>
                </a:tc>
              </a:tr>
              <a:tr h="384048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목적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새 배터리 또는 재연결 배터리를 자산으로 선택하고 동일 battery_id로 측정 이력을 이어간다.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64592">
                <a:tc rowSpan="2"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관련 액터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주 액터: 일반 사용자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64592">
                <a:tc vMerge="1"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보조 액터: 백엔드, Consumer, Raspberry Pi 진단기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우선순위/중요도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우선순위 P1 / 중요도 High / 이유: 모든 실시간 관제와 이력 태깅의 시작점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선행조건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로그인 완료, 진단기 ONLINE, 배터리 자산관리 접근 가능, active 세션이 없거나 종료 가능.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트리거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사용자가 저장된 배터리의 '이 배터리 측정' 또는 새 배터리 등록 후 측정 시작을 선택.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96112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기본 흐름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1. 배터리 등록/선택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2. 연결 확인 모달에서 대상·모드 확인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3. 백엔드가 measurement_session 생성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4. Consumer가 raw 데이터에 battery_id 태깅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대안/예외 흐름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디바이스 미연결: 측정 시작 차단 / active 세션 중복: 기존 세션 종료 또는 재선택 안내 / 미배정 데이터: battery_id=null 경고.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후행조건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선택 battery_id 기준으로 실시간 데이터, AI 이상점수, 이벤트 이력이 누적된다.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관련 데이터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battery_asset, measurement_session, battery-raw-metrics, battery_id 태깅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추적 요구사항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REQ-WEB-030~041, SRS-WEB-006, SRS-WEB-007, SRS-WEB-010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09728" y="0"/>
            <a:ext cx="3090672" cy="1115568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" y="539496"/>
            <a:ext cx="2578608" cy="91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73552" y="548640"/>
            <a:ext cx="5376672" cy="91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37744" y="685800"/>
            <a:ext cx="2971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맑은 고딕"/>
              </a:rPr>
              <a:t>| 유즈케이스 정의서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566928"/>
            <a:ext cx="21488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EE0000"/>
                </a:solidFill>
                <a:latin typeface="맑은 고딕"/>
              </a:rPr>
              <a:t>UC-02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170432"/>
            <a:ext cx="7955279" cy="310896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600" b="1">
                <a:solidFill>
                  <a:srgbClr val="3B5AA8"/>
                </a:solidFill>
                <a:latin typeface="맑은 고딕"/>
              </a:rPr>
              <a:t>실시간 관제 및 위험 상태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6547104"/>
            <a:ext cx="72237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EE0000"/>
                </a:solidFill>
                <a:latin typeface="맑은 고딕"/>
              </a:rPr>
              <a:t>※ 선행조건·후행조건·관련 액터·우선순위·중요도 포함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75488" y="1627632"/>
          <a:ext cx="8229600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07008"/>
                <a:gridCol w="7022592"/>
              </a:tblGrid>
              <a:tr h="256032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>
                    <a:solidFill>
                      <a:srgbClr val="3B5AA8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60" b="1">
                          <a:solidFill>
                            <a:srgbClr val="FFFFFF"/>
                          </a:solidFill>
                          <a:latin typeface="맑은 고딕"/>
                        </a:rPr>
                        <a:t>UC-02  실시간 관제 및 위험 상태 확인</a:t>
                      </a:r>
                    </a:p>
                  </a:txBody>
                  <a:tcPr>
                    <a:solidFill>
                      <a:srgbClr val="3B5AA8"/>
                    </a:solidFill>
                  </a:tcPr>
                </a:tc>
              </a:tr>
              <a:tr h="384048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목적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측정 중인 배터리의 현재 센서값, 상태 등급, 이상점수, 최근 이벤트를 한 화면에서 판단한다.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64592">
                <a:tc rowSpan="2"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관련 액터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주 액터: 현장 운영자·일반 사용자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64592">
                <a:tc vMerge="1"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보조 액터: WebSocket 서버, Kafka Consumer, DB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우선순위/중요도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우선순위 P1 / 중요도 High / 이유: 위험 징후를 가장 먼저 확인하는 관제 허브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선행조건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측정 세션 active, 센서 데이터 수신 중, 사용자 권한 USER 이상, 대시보드 접근 가능.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트리거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측정 시작 직후 대시보드 진입 또는 배터리 변경 후 관제 화면 자동 이동.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96112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기본 흐름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1. 대시보드 진입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2. 전압·전류·온도·SOC와 이상점수 확인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3. 상태 등급과 최근 이벤트 확인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4. 이상탐지/알림/릴레이 화면으로 이동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대안/예외 흐름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WebSocket 끊김: 자동 재연결 표시 / 1~5분 지연: DELAYED / 5분 이상 미수신: OFFLINE 또는 확인불가.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후행조건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운영자는 정상·주의·경고·위험 상태와 다음 대응 액션을 결정한다.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관련 데이터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sensor_metrics, anomaly_score, status_grade, recent_events, websocket heartbeat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추적 요구사항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REQ-WEB-019~028, REQ-WEB-042, REQ-WEB-061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09728" y="0"/>
            <a:ext cx="3090672" cy="1115568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" y="539496"/>
            <a:ext cx="2578608" cy="91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73552" y="548640"/>
            <a:ext cx="5376672" cy="91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37744" y="685800"/>
            <a:ext cx="2971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맑은 고딕"/>
              </a:rPr>
              <a:t>| 유즈케이스 정의서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566928"/>
            <a:ext cx="21488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EE0000"/>
                </a:solidFill>
                <a:latin typeface="맑은 고딕"/>
              </a:rPr>
              <a:t>UC-03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170432"/>
            <a:ext cx="7955279" cy="310896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600" b="1">
                <a:solidFill>
                  <a:srgbClr val="3B5AA8"/>
                </a:solidFill>
                <a:latin typeface="맑은 고딕"/>
              </a:rPr>
              <a:t>AI 이상탐지 상세 및 근거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6547104"/>
            <a:ext cx="72237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EE0000"/>
                </a:solidFill>
                <a:latin typeface="맑은 고딕"/>
              </a:rPr>
              <a:t>※ 선행조건·후행조건·관련 액터·우선순위·중요도 포함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75488" y="1627632"/>
          <a:ext cx="8229600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07008"/>
                <a:gridCol w="7022592"/>
              </a:tblGrid>
              <a:tr h="256032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>
                    <a:solidFill>
                      <a:srgbClr val="3B5AA8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60" b="1">
                          <a:solidFill>
                            <a:srgbClr val="FFFFFF"/>
                          </a:solidFill>
                          <a:latin typeface="맑은 고딕"/>
                        </a:rPr>
                        <a:t>UC-03  AI 이상탐지 상세 및 근거 확인</a:t>
                      </a:r>
                    </a:p>
                  </a:txBody>
                  <a:tcPr>
                    <a:solidFill>
                      <a:srgbClr val="3B5AA8"/>
                    </a:solidFill>
                  </a:tcPr>
                </a:tc>
              </a:tr>
              <a:tr h="384048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목적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이상점수가 상승한 이유를 XAI 기여 요인과 과거 이력으로 해석해 대응 근거를 확보한다.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64592">
                <a:tc rowSpan="2"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관련 액터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주 액터: 연구·개발자, 운영자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64592">
                <a:tc vMerge="1"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보조 액터: AI 추론 서버, DB, XAI 패널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우선순위/중요도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우선순위 P2 / 중요도 High / 이유: 단순 경고를 설명 가능한 판단으로 전환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선행조건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AI 추론 결과 저장, 이벤트 또는 점수 이력 존재, 선택 배터리의 세션 이력 조회 가능.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트리거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대시보드 이상점수 영역 또는 이상 탐지 관리 화면에서 이벤트 상세를 선택.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96112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기본 흐름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1. 이상 탐지 관리 진입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2. 활성 이상 이벤트 선택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3. V_drop, dT/dt, gas_raw, pressure_raw 기여도 확인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4. SOH/RUL·과거 세션과 비교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대안/예외 흐름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AI 서버 미응답: 모델 상태 확인불가 / 센서 미수집: 해당 특징 제외 / 이벤트 없음: 빈 상태 안내.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후행조건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사용자는 추가 관찰, 알림 확인, 릴레이 차단 여부를 판단할 설명 근거를 가진다.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관련 데이터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battery-anomaly-alerts, feature_contribution, anomaly_event, SOH/RUL summary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추적 요구사항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REQ-WEB-021~022, REQ-WEB-042~045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09728" y="0"/>
            <a:ext cx="3090672" cy="1115568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" y="539496"/>
            <a:ext cx="2578608" cy="91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73552" y="548640"/>
            <a:ext cx="5376672" cy="91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37744" y="685800"/>
            <a:ext cx="2971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맑은 고딕"/>
              </a:rPr>
              <a:t>| 유즈케이스 정의서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566928"/>
            <a:ext cx="21488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EE0000"/>
                </a:solidFill>
                <a:latin typeface="맑은 고딕"/>
              </a:rPr>
              <a:t>UC-04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170432"/>
            <a:ext cx="7955279" cy="310896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600" b="1">
                <a:solidFill>
                  <a:srgbClr val="3B5AA8"/>
                </a:solidFill>
                <a:latin typeface="맑은 고딕"/>
              </a:rPr>
              <a:t>알림 확인 및 릴레이 차단 대응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6547104"/>
            <a:ext cx="72237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EE0000"/>
                </a:solidFill>
                <a:latin typeface="맑은 고딕"/>
              </a:rPr>
              <a:t>※ 선행조건·후행조건·관련 액터·우선순위·중요도 포함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75488" y="1627632"/>
          <a:ext cx="8229600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07008"/>
                <a:gridCol w="7022592"/>
              </a:tblGrid>
              <a:tr h="256032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>
                    <a:solidFill>
                      <a:srgbClr val="3B5AA8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60" b="1">
                          <a:solidFill>
                            <a:srgbClr val="FFFFFF"/>
                          </a:solidFill>
                          <a:latin typeface="맑은 고딕"/>
                        </a:rPr>
                        <a:t>UC-04  알림 확인 및 릴레이 차단 대응</a:t>
                      </a:r>
                    </a:p>
                  </a:txBody>
                  <a:tcPr>
                    <a:solidFill>
                      <a:srgbClr val="3B5AA8"/>
                    </a:solidFill>
                  </a:tcPr>
                </a:tc>
              </a:tr>
              <a:tr h="384048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목적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경고·위험 이벤트를 확인하고 필요한 경우 승인 절차를 거쳐 Kill-Switch를 실행한다.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64592">
                <a:tc rowSpan="2"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관련 액터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주 액터: 현장 운영자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64592">
                <a:tc vMerge="1"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보조 액터: 알림 서버, Kakao API, 릴레이 컨트롤러, 감사 로그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우선순위/중요도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우선순위 P1 / 중요도 Critical / 이유: 안전 제어와 사고 예방에 직접 연결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선행조건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위험 이벤트 발생, 알림 수신 가능, 릴레이 제어 화면 접근 권한, 재인증 가능.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트리거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위험 알림 수신, 대시보드 릴레이 차단 버튼 클릭, Fail-Safe 자동 차단 발생.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96112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기본 흐름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1. 인앱·카카오 알림 확인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2. Ack와 SOP 확인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3. 릴레이 제어 화면 진입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4. 재인증·사유 입력 후 차단 또는 복구 실행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대안/예외 흐름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권한 부족: 제어 차단 / 사유 미입력: 실행 불가 / 자동 차단: 사유·점검 안내 모달 우선 표시.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후행조건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릴레이 상태가 갱신되고 알림 확인, 제어 결과, 사유가 이벤트·감사 이력에 남는다.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관련 데이터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notification, ack_status, relay_state, battery-events, audit_log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추적 요구사항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REQ-WEB-056~064, REQ-WEB-066~067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09728" y="0"/>
            <a:ext cx="3090672" cy="1115568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" y="539496"/>
            <a:ext cx="2578608" cy="91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73552" y="548640"/>
            <a:ext cx="5376672" cy="91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37744" y="685800"/>
            <a:ext cx="2971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맑은 고딕"/>
              </a:rPr>
              <a:t>| 유즈케이스 정의서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566928"/>
            <a:ext cx="21488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EE0000"/>
                </a:solidFill>
                <a:latin typeface="맑은 고딕"/>
              </a:rPr>
              <a:t>UC-05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170432"/>
            <a:ext cx="7955279" cy="310896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600" b="1">
                <a:solidFill>
                  <a:srgbClr val="3B5AA8"/>
                </a:solidFill>
                <a:latin typeface="맑은 고딕"/>
              </a:rPr>
              <a:t>추세·이벤트 이력 분석과 내보내기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6547104"/>
            <a:ext cx="72237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EE0000"/>
                </a:solidFill>
                <a:latin typeface="맑은 고딕"/>
              </a:rPr>
              <a:t>※ 선행조건·후행조건·관련 액터·우선순위·중요도 포함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75488" y="1627632"/>
          <a:ext cx="8229600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07008"/>
                <a:gridCol w="7022592"/>
              </a:tblGrid>
              <a:tr h="256032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>
                    <a:solidFill>
                      <a:srgbClr val="3B5AA8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60" b="1">
                          <a:solidFill>
                            <a:srgbClr val="FFFFFF"/>
                          </a:solidFill>
                          <a:latin typeface="맑은 고딕"/>
                        </a:rPr>
                        <a:t>UC-05  추세·이벤트 이력 분석과 내보내기</a:t>
                      </a:r>
                    </a:p>
                  </a:txBody>
                  <a:tcPr>
                    <a:solidFill>
                      <a:srgbClr val="3B5AA8"/>
                    </a:solidFill>
                  </a:tcPr>
                </a:tc>
              </a:tr>
              <a:tr h="384048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목적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배터리별 측정 세션, 센서 추세, 이상 이벤트를 분석하고 보고용 자료로 내보낸다.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64592">
                <a:tc rowSpan="2"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관련 액터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주 액터: 연구·개발자, 일반 사용자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64592">
                <a:tc vMerge="1"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보조 액터: 조회 API, 파일 생성 모듈, DB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우선순위/중요도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우선순위 P3 / 중요도 Medium / 이유: 실시간 대응 이후 분석·보고 품질을 높임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선행조건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저장된 측정 세션과 이벤트 이력 존재, 조회 기간·지표 선택 가능, 내보내기 권한 보유.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트리거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사용자가 추세 차트, 이벤트 이력, 배터리 상세에서 기간·지표·비교 대상을 선택.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96112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기본 흐름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1. 기간과 지표 선택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2. 배터리/세션 비교 추가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3. 이벤트 검색·상태 필터·정렬 적용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4. CSV 또는 PDF 내보내기 실행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대안/예외 흐름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데이터 없음: 빈 상태 안내 / 파일 생성 실패: 재시도 안내 / 조건 과다: 기간·대상 축소 안내.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후행조건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분석 결과와 내보내기 파일이 실험 보고, 장애 분석, 팀 공유 자료로 사용된다.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관련 데이터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time_series_metrics, event_history, filter_condition, export_file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추적 요구사항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REQ-WEB-040~041, REQ-WEB-046~055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09728" y="0"/>
            <a:ext cx="3090672" cy="1115568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" y="539496"/>
            <a:ext cx="2578608" cy="91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73552" y="548640"/>
            <a:ext cx="5376672" cy="91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37744" y="685800"/>
            <a:ext cx="2971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맑은 고딕"/>
              </a:rPr>
              <a:t>| 유즈케이스 정의서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566928"/>
            <a:ext cx="21488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EE0000"/>
                </a:solidFill>
                <a:latin typeface="맑은 고딕"/>
              </a:rPr>
              <a:t>UC-06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170432"/>
            <a:ext cx="7955279" cy="310896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600" b="1">
                <a:solidFill>
                  <a:srgbClr val="3B5AA8"/>
                </a:solidFill>
                <a:latin typeface="맑은 고딕"/>
              </a:rPr>
              <a:t>관리자 통합 관제 및 감사 추적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6547104"/>
            <a:ext cx="72237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EE0000"/>
                </a:solidFill>
                <a:latin typeface="맑은 고딕"/>
              </a:rPr>
              <a:t>※ 선행조건·후행조건·관련 액터·우선순위·중요도 포함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75488" y="1627632"/>
          <a:ext cx="8229600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07008"/>
                <a:gridCol w="7022592"/>
              </a:tblGrid>
              <a:tr h="256032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>
                    <a:solidFill>
                      <a:srgbClr val="3B5AA8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60" b="1">
                          <a:solidFill>
                            <a:srgbClr val="FFFFFF"/>
                          </a:solidFill>
                          <a:latin typeface="맑은 고딕"/>
                        </a:rPr>
                        <a:t>UC-06  관리자 통합 관제 및 감사 추적</a:t>
                      </a:r>
                    </a:p>
                  </a:txBody>
                  <a:tcPr>
                    <a:solidFill>
                      <a:srgbClr val="3B5AA8"/>
                    </a:solidFill>
                  </a:tcPr>
                </a:tc>
              </a:tr>
              <a:tr h="384048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목적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전체 사용자·배터리·디바이스 상태를 통합 확인하고 운영 변경 이력을 감사 가능하게 남긴다.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64592">
                <a:tc rowSpan="2"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관련 액터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주 액터: 관리자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64592">
                <a:tc vMerge="1"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보조 액터: RBAC, 사용자·배터리 관리 API, 시스템 헬스, audit_log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우선순위/중요도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우선순위 P2 / 중요도 High / 이유: 초기 운영 MVP의 관리·통제 기준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선행조건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ADMIN 권한 로그인, /admin/* 접근 검증 통과, 관리자 대시보드와 상세 조회 API 사용 가능.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트리거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관리자가 관리자 대시보드, 유저 관리, 배터리 관리, 감사 로그 메뉴에 진입.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96112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기본 흐름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1. 전체 요약 카드 확인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2. 위험 배터리·오프라인 디바이스·최근 조작 확인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3. 유저/배터리 상세 조회와 상태 변경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4. 감사 로그에서 변경 전후 값과 사유 확인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대안/예외 흐름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권한 없음: 접근 거부 및 감사 기록 / BLOCKED 변경: 사유 필수 / 감사 로그: 수정·삭제 차단.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후행조건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운영 상태, 관리자 메모, 계정 변경 내역이 감사 가능한 기록으로 보존된다.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관련 데이터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admin_user, battery_operation_status, device_health, system_health, audit_log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추적 요구사항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REQ-WEB-101~126, REQ-WEB-133~136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직선 연결선 24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7" name="제목 12"/>
          <p:cNvSpPr txBox="1">
            <a:spLocks/>
          </p:cNvSpPr>
          <p:nvPr/>
        </p:nvSpPr>
        <p:spPr>
          <a:xfrm>
            <a:off x="323528" y="692696"/>
            <a:ext cx="2880320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lang="en-US" altLang="ko-KR" sz="1700" b="1" noProof="0">
                <a:solidFill>
                  <a:schemeClr val="bg1"/>
                </a:solidFill>
                <a:latin typeface="+mn-ea"/>
                <a:cs typeface="+mj-cs"/>
              </a:rPr>
              <a:t>UI/UX </a:t>
            </a:r>
            <a:r>
              <a:rPr lang="ko-KR" altLang="en-US" sz="1700" b="1" noProof="0">
                <a:solidFill>
                  <a:schemeClr val="bg1"/>
                </a:solidFill>
                <a:latin typeface="+mn-ea"/>
                <a:cs typeface="+mj-cs"/>
              </a:rPr>
              <a:t>정의서 </a:t>
            </a:r>
            <a:r>
              <a:rPr lang="en-US" altLang="ko-KR" sz="1400" b="1" noProof="0">
                <a:solidFill>
                  <a:schemeClr val="bg1"/>
                </a:solidFill>
                <a:latin typeface="+mn-ea"/>
                <a:cs typeface="+mj-cs"/>
              </a:rPr>
              <a:t>- </a:t>
            </a:r>
            <a:r>
              <a:rPr kumimoji="0" lang="ko-KR" altLang="en-US" sz="1400" b="1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화면 </a:t>
            </a:r>
            <a:r>
              <a:rPr kumimoji="0" lang="ko-KR" altLang="en-US" sz="14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설계서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29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3" name="Rectangle 1"/>
          <p:cNvSpPr>
            <a:spLocks noChangeArrowheads="1"/>
          </p:cNvSpPr>
          <p:nvPr/>
        </p:nvSpPr>
        <p:spPr bwMode="auto">
          <a:xfrm rot="5400000">
            <a:off x="-834231" y="3077394"/>
            <a:ext cx="4695825" cy="1836737"/>
          </a:xfrm>
          <a:prstGeom prst="rect">
            <a:avLst/>
          </a:prstGeom>
          <a:solidFill>
            <a:srgbClr val="FFFFFF"/>
          </a:solidFill>
          <a:ln w="12600">
            <a:solidFill>
              <a:srgbClr val="606060"/>
            </a:solidFill>
            <a:round/>
            <a:headEnd/>
            <a:tailEnd/>
          </a:ln>
          <a:effectLst>
            <a:outerShdw dist="38184" dir="2700000" algn="ctr" rotWithShape="0">
              <a:srgbClr val="BFBFBF"/>
            </a:outerShdw>
          </a:effectLst>
        </p:spPr>
        <p:txBody>
          <a:bodyPr wrap="none" anchor="ctr"/>
          <a:lstStyle/>
          <a:p>
            <a:pPr>
              <a:buFont typeface="Times New Roman" pitchFamily="16" charset="0"/>
              <a:buNone/>
              <a:defRPr/>
            </a:pPr>
            <a:endParaRPr lang="ko-KR" altLang="en-US">
              <a:latin typeface="Arial" charset="0"/>
              <a:ea typeface="굴림" pitchFamily="48" charset="-127"/>
            </a:endParaRPr>
          </a:p>
        </p:txBody>
      </p:sp>
      <p:sp>
        <p:nvSpPr>
          <p:cNvPr id="30" name="Rectangle 2"/>
          <p:cNvSpPr>
            <a:spLocks noChangeArrowheads="1"/>
          </p:cNvSpPr>
          <p:nvPr/>
        </p:nvSpPr>
        <p:spPr bwMode="auto">
          <a:xfrm>
            <a:off x="592138" y="1647850"/>
            <a:ext cx="1836737" cy="107950"/>
          </a:xfrm>
          <a:prstGeom prst="rect">
            <a:avLst/>
          </a:prstGeom>
          <a:solidFill>
            <a:srgbClr val="D9D9D9"/>
          </a:solidFill>
          <a:ln w="6480">
            <a:solidFill>
              <a:srgbClr val="7F7F7F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/>
            <a:r>
              <a:rPr lang="en-US" altLang="ko-KR" sz="800">
                <a:solidFill>
                  <a:srgbClr val="000000"/>
                </a:solidFill>
                <a:latin typeface="Trebuchet MS" pitchFamily="34" charset="0"/>
                <a:ea typeface="맑은 고딕" pitchFamily="50" charset="-127"/>
              </a:rPr>
              <a:t>Status</a:t>
            </a:r>
          </a:p>
        </p:txBody>
      </p:sp>
      <p:sp>
        <p:nvSpPr>
          <p:cNvPr id="31" name="Rectangle 3"/>
          <p:cNvSpPr>
            <a:spLocks noChangeArrowheads="1"/>
          </p:cNvSpPr>
          <p:nvPr/>
        </p:nvSpPr>
        <p:spPr bwMode="auto">
          <a:xfrm>
            <a:off x="592138" y="1758975"/>
            <a:ext cx="1836737" cy="244475"/>
          </a:xfrm>
          <a:prstGeom prst="rect">
            <a:avLst/>
          </a:prstGeom>
          <a:solidFill>
            <a:srgbClr val="59595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 anchor="ctr"/>
          <a:lstStyle>
            <a:lvl1pPr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spcBef>
                <a:spcPts val="200"/>
              </a:spcBef>
            </a:pPr>
            <a:r>
              <a:rPr lang="ko-KR" altLang="ko-KR" sz="800" b="1">
                <a:solidFill>
                  <a:srgbClr val="FFFFFF"/>
                </a:solidFill>
                <a:latin typeface="Trebuchet MS" pitchFamily="34" charset="0"/>
                <a:ea typeface="맑은 고딕" pitchFamily="50" charset="-127"/>
              </a:rPr>
              <a:t>간편가입</a:t>
            </a:r>
          </a:p>
        </p:txBody>
      </p:sp>
      <p:sp>
        <p:nvSpPr>
          <p:cNvPr id="33" name="AutoShape 4"/>
          <p:cNvSpPr>
            <a:spLocks noChangeArrowheads="1"/>
          </p:cNvSpPr>
          <p:nvPr/>
        </p:nvSpPr>
        <p:spPr bwMode="auto">
          <a:xfrm flipH="1">
            <a:off x="631825" y="1789137"/>
            <a:ext cx="295275" cy="165100"/>
          </a:xfrm>
          <a:prstGeom prst="homePlate">
            <a:avLst>
              <a:gd name="adj" fmla="val 50002"/>
            </a:avLst>
          </a:prstGeom>
          <a:gradFill rotWithShape="0">
            <a:gsLst>
              <a:gs pos="0">
                <a:srgbClr val="EDEDED"/>
              </a:gs>
              <a:gs pos="100000">
                <a:srgbClr val="BCBCBC"/>
              </a:gs>
            </a:gsLst>
            <a:lin ang="16200000" scaled="1"/>
          </a:gradFill>
          <a:ln w="9360">
            <a:solidFill>
              <a:srgbClr val="4D4D4D"/>
            </a:solidFill>
            <a:round/>
            <a:headEnd/>
            <a:tailEnd/>
          </a:ln>
        </p:spPr>
        <p:txBody>
          <a:bodyPr wrap="none" lIns="90000" tIns="46800" rIns="90000" bIns="46800" anchor="ctr"/>
          <a:lstStyle>
            <a:lvl1pPr marL="92075" indent="-90488" eaLnBrk="0" hangingPunct="0">
              <a:tabLst>
                <a:tab pos="92075" algn="l"/>
                <a:tab pos="1006475" algn="l"/>
                <a:tab pos="1920875" algn="l"/>
                <a:tab pos="2835275" algn="l"/>
                <a:tab pos="3749675" algn="l"/>
                <a:tab pos="4664075" algn="l"/>
                <a:tab pos="5578475" algn="l"/>
                <a:tab pos="6492875" algn="l"/>
                <a:tab pos="7407275" algn="l"/>
                <a:tab pos="8321675" algn="l"/>
                <a:tab pos="9236075" algn="l"/>
                <a:tab pos="10150475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tabLst>
                <a:tab pos="92075" algn="l"/>
                <a:tab pos="1006475" algn="l"/>
                <a:tab pos="1920875" algn="l"/>
                <a:tab pos="2835275" algn="l"/>
                <a:tab pos="3749675" algn="l"/>
                <a:tab pos="4664075" algn="l"/>
                <a:tab pos="5578475" algn="l"/>
                <a:tab pos="6492875" algn="l"/>
                <a:tab pos="7407275" algn="l"/>
                <a:tab pos="8321675" algn="l"/>
                <a:tab pos="9236075" algn="l"/>
                <a:tab pos="10150475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tabLst>
                <a:tab pos="92075" algn="l"/>
                <a:tab pos="1006475" algn="l"/>
                <a:tab pos="1920875" algn="l"/>
                <a:tab pos="2835275" algn="l"/>
                <a:tab pos="3749675" algn="l"/>
                <a:tab pos="4664075" algn="l"/>
                <a:tab pos="5578475" algn="l"/>
                <a:tab pos="6492875" algn="l"/>
                <a:tab pos="7407275" algn="l"/>
                <a:tab pos="8321675" algn="l"/>
                <a:tab pos="9236075" algn="l"/>
                <a:tab pos="10150475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tabLst>
                <a:tab pos="92075" algn="l"/>
                <a:tab pos="1006475" algn="l"/>
                <a:tab pos="1920875" algn="l"/>
                <a:tab pos="2835275" algn="l"/>
                <a:tab pos="3749675" algn="l"/>
                <a:tab pos="4664075" algn="l"/>
                <a:tab pos="5578475" algn="l"/>
                <a:tab pos="6492875" algn="l"/>
                <a:tab pos="7407275" algn="l"/>
                <a:tab pos="8321675" algn="l"/>
                <a:tab pos="9236075" algn="l"/>
                <a:tab pos="10150475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tabLst>
                <a:tab pos="92075" algn="l"/>
                <a:tab pos="1006475" algn="l"/>
                <a:tab pos="1920875" algn="l"/>
                <a:tab pos="2835275" algn="l"/>
                <a:tab pos="3749675" algn="l"/>
                <a:tab pos="4664075" algn="l"/>
                <a:tab pos="5578475" algn="l"/>
                <a:tab pos="6492875" algn="l"/>
                <a:tab pos="7407275" algn="l"/>
                <a:tab pos="8321675" algn="l"/>
                <a:tab pos="9236075" algn="l"/>
                <a:tab pos="10150475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92075" algn="l"/>
                <a:tab pos="1006475" algn="l"/>
                <a:tab pos="1920875" algn="l"/>
                <a:tab pos="2835275" algn="l"/>
                <a:tab pos="3749675" algn="l"/>
                <a:tab pos="4664075" algn="l"/>
                <a:tab pos="5578475" algn="l"/>
                <a:tab pos="6492875" algn="l"/>
                <a:tab pos="7407275" algn="l"/>
                <a:tab pos="8321675" algn="l"/>
                <a:tab pos="9236075" algn="l"/>
                <a:tab pos="10150475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92075" algn="l"/>
                <a:tab pos="1006475" algn="l"/>
                <a:tab pos="1920875" algn="l"/>
                <a:tab pos="2835275" algn="l"/>
                <a:tab pos="3749675" algn="l"/>
                <a:tab pos="4664075" algn="l"/>
                <a:tab pos="5578475" algn="l"/>
                <a:tab pos="6492875" algn="l"/>
                <a:tab pos="7407275" algn="l"/>
                <a:tab pos="8321675" algn="l"/>
                <a:tab pos="9236075" algn="l"/>
                <a:tab pos="10150475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92075" algn="l"/>
                <a:tab pos="1006475" algn="l"/>
                <a:tab pos="1920875" algn="l"/>
                <a:tab pos="2835275" algn="l"/>
                <a:tab pos="3749675" algn="l"/>
                <a:tab pos="4664075" algn="l"/>
                <a:tab pos="5578475" algn="l"/>
                <a:tab pos="6492875" algn="l"/>
                <a:tab pos="7407275" algn="l"/>
                <a:tab pos="8321675" algn="l"/>
                <a:tab pos="9236075" algn="l"/>
                <a:tab pos="10150475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92075" algn="l"/>
                <a:tab pos="1006475" algn="l"/>
                <a:tab pos="1920875" algn="l"/>
                <a:tab pos="2835275" algn="l"/>
                <a:tab pos="3749675" algn="l"/>
                <a:tab pos="4664075" algn="l"/>
                <a:tab pos="5578475" algn="l"/>
                <a:tab pos="6492875" algn="l"/>
                <a:tab pos="7407275" algn="l"/>
                <a:tab pos="8321675" algn="l"/>
                <a:tab pos="9236075" algn="l"/>
                <a:tab pos="10150475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/>
            <a:r>
              <a:rPr lang="ko-KR" altLang="ko-KR" sz="700">
                <a:solidFill>
                  <a:srgbClr val="000000"/>
                </a:solidFill>
                <a:latin typeface="Trebuchet MS" pitchFamily="34" charset="0"/>
                <a:ea typeface="맑은 고딕" pitchFamily="50" charset="-127"/>
              </a:rPr>
              <a:t>이전</a:t>
            </a:r>
          </a:p>
        </p:txBody>
      </p:sp>
      <p:sp>
        <p:nvSpPr>
          <p:cNvPr id="34" name="Rectangle 5"/>
          <p:cNvSpPr>
            <a:spLocks noChangeArrowheads="1"/>
          </p:cNvSpPr>
          <p:nvPr/>
        </p:nvSpPr>
        <p:spPr bwMode="auto">
          <a:xfrm>
            <a:off x="595313" y="1997100"/>
            <a:ext cx="1836737" cy="255587"/>
          </a:xfrm>
          <a:prstGeom prst="rect">
            <a:avLst/>
          </a:prstGeom>
          <a:solidFill>
            <a:srgbClr val="BFBFB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grpSp>
        <p:nvGrpSpPr>
          <p:cNvPr id="35" name="Group 6"/>
          <p:cNvGrpSpPr>
            <a:grpSpLocks/>
          </p:cNvGrpSpPr>
          <p:nvPr/>
        </p:nvGrpSpPr>
        <p:grpSpPr bwMode="auto">
          <a:xfrm>
            <a:off x="641350" y="2028850"/>
            <a:ext cx="1727200" cy="188912"/>
            <a:chOff x="494" y="1152"/>
            <a:chExt cx="1088" cy="119"/>
          </a:xfrm>
        </p:grpSpPr>
        <p:sp>
          <p:nvSpPr>
            <p:cNvPr id="36" name="AutoShape 7"/>
            <p:cNvSpPr>
              <a:spLocks noChangeArrowheads="1"/>
            </p:cNvSpPr>
            <p:nvPr/>
          </p:nvSpPr>
          <p:spPr bwMode="auto">
            <a:xfrm>
              <a:off x="494" y="1152"/>
              <a:ext cx="1088" cy="119"/>
            </a:xfrm>
            <a:prstGeom prst="roundRect">
              <a:avLst>
                <a:gd name="adj" fmla="val 16944"/>
              </a:avLst>
            </a:prstGeom>
            <a:gradFill rotWithShape="0">
              <a:gsLst>
                <a:gs pos="0">
                  <a:srgbClr val="FFFFFF"/>
                </a:gs>
                <a:gs pos="100000">
                  <a:srgbClr val="BCBCBC"/>
                </a:gs>
              </a:gsLst>
              <a:lin ang="16200000" scaled="1"/>
            </a:gradFill>
            <a:ln w="9360">
              <a:solidFill>
                <a:srgbClr val="4D4D4D"/>
              </a:solidFill>
              <a:miter lim="800000"/>
              <a:headEnd/>
              <a:tailEnd/>
            </a:ln>
          </p:spPr>
          <p:txBody>
            <a:bodyPr wrap="none" lIns="90000" tIns="46800" rIns="72000" bIns="46800" anchor="ctr"/>
            <a:lstStyle>
              <a:lvl1pPr marL="92075" indent="-90488" eaLnBrk="0" hangingPunct="0">
                <a:tabLst>
                  <a:tab pos="92075" algn="l"/>
                  <a:tab pos="1006475" algn="l"/>
                  <a:tab pos="1920875" algn="l"/>
                  <a:tab pos="2835275" algn="l"/>
                  <a:tab pos="3749675" algn="l"/>
                  <a:tab pos="4664075" algn="l"/>
                  <a:tab pos="5578475" algn="l"/>
                  <a:tab pos="6492875" algn="l"/>
                  <a:tab pos="7407275" algn="l"/>
                  <a:tab pos="8321675" algn="l"/>
                  <a:tab pos="9236075" algn="l"/>
                  <a:tab pos="10150475" algn="l"/>
                </a:tabLst>
                <a:defRPr kumimoji="1" sz="1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1pPr>
              <a:lvl2pPr marL="742950" indent="-285750" eaLnBrk="0" hangingPunct="0">
                <a:tabLst>
                  <a:tab pos="92075" algn="l"/>
                  <a:tab pos="1006475" algn="l"/>
                  <a:tab pos="1920875" algn="l"/>
                  <a:tab pos="2835275" algn="l"/>
                  <a:tab pos="3749675" algn="l"/>
                  <a:tab pos="4664075" algn="l"/>
                  <a:tab pos="5578475" algn="l"/>
                  <a:tab pos="6492875" algn="l"/>
                  <a:tab pos="7407275" algn="l"/>
                  <a:tab pos="8321675" algn="l"/>
                  <a:tab pos="9236075" algn="l"/>
                  <a:tab pos="10150475" algn="l"/>
                </a:tabLst>
                <a:defRPr kumimoji="1" sz="1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2pPr>
              <a:lvl3pPr marL="1143000" indent="-228600" eaLnBrk="0" hangingPunct="0">
                <a:tabLst>
                  <a:tab pos="92075" algn="l"/>
                  <a:tab pos="1006475" algn="l"/>
                  <a:tab pos="1920875" algn="l"/>
                  <a:tab pos="2835275" algn="l"/>
                  <a:tab pos="3749675" algn="l"/>
                  <a:tab pos="4664075" algn="l"/>
                  <a:tab pos="5578475" algn="l"/>
                  <a:tab pos="6492875" algn="l"/>
                  <a:tab pos="7407275" algn="l"/>
                  <a:tab pos="8321675" algn="l"/>
                  <a:tab pos="9236075" algn="l"/>
                  <a:tab pos="10150475" algn="l"/>
                </a:tabLst>
                <a:defRPr kumimoji="1" sz="1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3pPr>
              <a:lvl4pPr marL="1600200" indent="-228600" eaLnBrk="0" hangingPunct="0">
                <a:tabLst>
                  <a:tab pos="92075" algn="l"/>
                  <a:tab pos="1006475" algn="l"/>
                  <a:tab pos="1920875" algn="l"/>
                  <a:tab pos="2835275" algn="l"/>
                  <a:tab pos="3749675" algn="l"/>
                  <a:tab pos="4664075" algn="l"/>
                  <a:tab pos="5578475" algn="l"/>
                  <a:tab pos="6492875" algn="l"/>
                  <a:tab pos="7407275" algn="l"/>
                  <a:tab pos="8321675" algn="l"/>
                  <a:tab pos="9236075" algn="l"/>
                  <a:tab pos="10150475" algn="l"/>
                </a:tabLst>
                <a:defRPr kumimoji="1" sz="1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4pPr>
              <a:lvl5pPr marL="2057400" indent="-228600" eaLnBrk="0" hangingPunct="0">
                <a:tabLst>
                  <a:tab pos="92075" algn="l"/>
                  <a:tab pos="1006475" algn="l"/>
                  <a:tab pos="1920875" algn="l"/>
                  <a:tab pos="2835275" algn="l"/>
                  <a:tab pos="3749675" algn="l"/>
                  <a:tab pos="4664075" algn="l"/>
                  <a:tab pos="5578475" algn="l"/>
                  <a:tab pos="6492875" algn="l"/>
                  <a:tab pos="7407275" algn="l"/>
                  <a:tab pos="8321675" algn="l"/>
                  <a:tab pos="9236075" algn="l"/>
                  <a:tab pos="10150475" algn="l"/>
                </a:tabLst>
                <a:defRPr kumimoji="1" sz="1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tabLst>
                  <a:tab pos="92075" algn="l"/>
                  <a:tab pos="1006475" algn="l"/>
                  <a:tab pos="1920875" algn="l"/>
                  <a:tab pos="2835275" algn="l"/>
                  <a:tab pos="3749675" algn="l"/>
                  <a:tab pos="4664075" algn="l"/>
                  <a:tab pos="5578475" algn="l"/>
                  <a:tab pos="6492875" algn="l"/>
                  <a:tab pos="7407275" algn="l"/>
                  <a:tab pos="8321675" algn="l"/>
                  <a:tab pos="9236075" algn="l"/>
                  <a:tab pos="10150475" algn="l"/>
                </a:tabLst>
                <a:defRPr kumimoji="1" sz="1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tabLst>
                  <a:tab pos="92075" algn="l"/>
                  <a:tab pos="1006475" algn="l"/>
                  <a:tab pos="1920875" algn="l"/>
                  <a:tab pos="2835275" algn="l"/>
                  <a:tab pos="3749675" algn="l"/>
                  <a:tab pos="4664075" algn="l"/>
                  <a:tab pos="5578475" algn="l"/>
                  <a:tab pos="6492875" algn="l"/>
                  <a:tab pos="7407275" algn="l"/>
                  <a:tab pos="8321675" algn="l"/>
                  <a:tab pos="9236075" algn="l"/>
                  <a:tab pos="10150475" algn="l"/>
                </a:tabLst>
                <a:defRPr kumimoji="1" sz="1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tabLst>
                  <a:tab pos="92075" algn="l"/>
                  <a:tab pos="1006475" algn="l"/>
                  <a:tab pos="1920875" algn="l"/>
                  <a:tab pos="2835275" algn="l"/>
                  <a:tab pos="3749675" algn="l"/>
                  <a:tab pos="4664075" algn="l"/>
                  <a:tab pos="5578475" algn="l"/>
                  <a:tab pos="6492875" algn="l"/>
                  <a:tab pos="7407275" algn="l"/>
                  <a:tab pos="8321675" algn="l"/>
                  <a:tab pos="9236075" algn="l"/>
                  <a:tab pos="10150475" algn="l"/>
                </a:tabLst>
                <a:defRPr kumimoji="1" sz="1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tabLst>
                  <a:tab pos="92075" algn="l"/>
                  <a:tab pos="1006475" algn="l"/>
                  <a:tab pos="1920875" algn="l"/>
                  <a:tab pos="2835275" algn="l"/>
                  <a:tab pos="3749675" algn="l"/>
                  <a:tab pos="4664075" algn="l"/>
                  <a:tab pos="5578475" algn="l"/>
                  <a:tab pos="6492875" algn="l"/>
                  <a:tab pos="7407275" algn="l"/>
                  <a:tab pos="8321675" algn="l"/>
                  <a:tab pos="9236075" algn="l"/>
                  <a:tab pos="10150475" algn="l"/>
                </a:tabLst>
                <a:defRPr kumimoji="1" sz="1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9pPr>
            </a:lstStyle>
            <a:p>
              <a:pPr algn="r" eaLnBrk="1" hangingPunct="1"/>
              <a:r>
                <a:rPr lang="en-US" altLang="ko-KR" sz="700">
                  <a:solidFill>
                    <a:srgbClr val="A6A6A6"/>
                  </a:solidFill>
                  <a:latin typeface="Trebuchet MS" pitchFamily="34" charset="0"/>
                  <a:ea typeface="맑은 고딕" pitchFamily="50" charset="-127"/>
                </a:rPr>
                <a:t>      </a:t>
              </a:r>
              <a:r>
                <a:rPr lang="ko-KR" altLang="ko-KR" sz="700">
                  <a:solidFill>
                    <a:srgbClr val="A6A6A6"/>
                  </a:solidFill>
                  <a:ea typeface="맑은 고딕" pitchFamily="50" charset="-127"/>
                </a:rPr>
                <a:t>간편</a:t>
              </a:r>
              <a:r>
                <a:rPr lang="en-US" altLang="ko-KR" sz="300">
                  <a:solidFill>
                    <a:srgbClr val="A6A6A6"/>
                  </a:solidFill>
                  <a:ea typeface="맑은 고딕" pitchFamily="50" charset="-127"/>
                </a:rPr>
                <a:t> </a:t>
              </a:r>
            </a:p>
          </p:txBody>
        </p:sp>
        <p:grpSp>
          <p:nvGrpSpPr>
            <p:cNvPr id="37" name="Group 8"/>
            <p:cNvGrpSpPr>
              <a:grpSpLocks/>
            </p:cNvGrpSpPr>
            <p:nvPr/>
          </p:nvGrpSpPr>
          <p:grpSpPr bwMode="auto">
            <a:xfrm>
              <a:off x="495" y="1158"/>
              <a:ext cx="362" cy="111"/>
              <a:chOff x="495" y="1158"/>
              <a:chExt cx="362" cy="111"/>
            </a:xfrm>
          </p:grpSpPr>
          <p:sp>
            <p:nvSpPr>
              <p:cNvPr id="42" name="AutoShape 9"/>
              <p:cNvSpPr>
                <a:spLocks noChangeArrowheads="1"/>
              </p:cNvSpPr>
              <p:nvPr/>
            </p:nvSpPr>
            <p:spPr bwMode="auto">
              <a:xfrm>
                <a:off x="495" y="1158"/>
                <a:ext cx="335" cy="111"/>
              </a:xfrm>
              <a:prstGeom prst="roundRect">
                <a:avLst>
                  <a:gd name="adj" fmla="val 16667"/>
                </a:avLst>
              </a:prstGeom>
              <a:gradFill rotWithShape="0">
                <a:gsLst>
                  <a:gs pos="0">
                    <a:srgbClr val="FFFFFF"/>
                  </a:gs>
                  <a:gs pos="100000">
                    <a:srgbClr val="BCBCBC"/>
                  </a:gs>
                </a:gsLst>
                <a:lin ang="162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lIns="90000" tIns="46800" rIns="0" bIns="46800" anchor="ctr"/>
              <a:lstStyle>
                <a:lvl1pPr marL="92075" indent="-90488" eaLnBrk="0" hangingPunct="0">
                  <a:tabLst>
                    <a:tab pos="92075" algn="l"/>
                    <a:tab pos="1006475" algn="l"/>
                    <a:tab pos="1920875" algn="l"/>
                    <a:tab pos="2835275" algn="l"/>
                    <a:tab pos="3749675" algn="l"/>
                    <a:tab pos="4664075" algn="l"/>
                    <a:tab pos="5578475" algn="l"/>
                    <a:tab pos="6492875" algn="l"/>
                    <a:tab pos="7407275" algn="l"/>
                    <a:tab pos="8321675" algn="l"/>
                    <a:tab pos="9236075" algn="l"/>
                    <a:tab pos="10150475" algn="l"/>
                  </a:tabLs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1pPr>
                <a:lvl2pPr marL="742950" indent="-285750" eaLnBrk="0" hangingPunct="0">
                  <a:tabLst>
                    <a:tab pos="92075" algn="l"/>
                    <a:tab pos="1006475" algn="l"/>
                    <a:tab pos="1920875" algn="l"/>
                    <a:tab pos="2835275" algn="l"/>
                    <a:tab pos="3749675" algn="l"/>
                    <a:tab pos="4664075" algn="l"/>
                    <a:tab pos="5578475" algn="l"/>
                    <a:tab pos="6492875" algn="l"/>
                    <a:tab pos="7407275" algn="l"/>
                    <a:tab pos="8321675" algn="l"/>
                    <a:tab pos="9236075" algn="l"/>
                    <a:tab pos="10150475" algn="l"/>
                  </a:tabLs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2pPr>
                <a:lvl3pPr marL="1143000" indent="-228600" eaLnBrk="0" hangingPunct="0">
                  <a:tabLst>
                    <a:tab pos="92075" algn="l"/>
                    <a:tab pos="1006475" algn="l"/>
                    <a:tab pos="1920875" algn="l"/>
                    <a:tab pos="2835275" algn="l"/>
                    <a:tab pos="3749675" algn="l"/>
                    <a:tab pos="4664075" algn="l"/>
                    <a:tab pos="5578475" algn="l"/>
                    <a:tab pos="6492875" algn="l"/>
                    <a:tab pos="7407275" algn="l"/>
                    <a:tab pos="8321675" algn="l"/>
                    <a:tab pos="9236075" algn="l"/>
                    <a:tab pos="10150475" algn="l"/>
                  </a:tabLs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3pPr>
                <a:lvl4pPr marL="1600200" indent="-228600" eaLnBrk="0" hangingPunct="0">
                  <a:tabLst>
                    <a:tab pos="92075" algn="l"/>
                    <a:tab pos="1006475" algn="l"/>
                    <a:tab pos="1920875" algn="l"/>
                    <a:tab pos="2835275" algn="l"/>
                    <a:tab pos="3749675" algn="l"/>
                    <a:tab pos="4664075" algn="l"/>
                    <a:tab pos="5578475" algn="l"/>
                    <a:tab pos="6492875" algn="l"/>
                    <a:tab pos="7407275" algn="l"/>
                    <a:tab pos="8321675" algn="l"/>
                    <a:tab pos="9236075" algn="l"/>
                    <a:tab pos="10150475" algn="l"/>
                  </a:tabLs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4pPr>
                <a:lvl5pPr marL="2057400" indent="-228600" eaLnBrk="0" hangingPunct="0">
                  <a:tabLst>
                    <a:tab pos="92075" algn="l"/>
                    <a:tab pos="1006475" algn="l"/>
                    <a:tab pos="1920875" algn="l"/>
                    <a:tab pos="2835275" algn="l"/>
                    <a:tab pos="3749675" algn="l"/>
                    <a:tab pos="4664075" algn="l"/>
                    <a:tab pos="5578475" algn="l"/>
                    <a:tab pos="6492875" algn="l"/>
                    <a:tab pos="7407275" algn="l"/>
                    <a:tab pos="8321675" algn="l"/>
                    <a:tab pos="9236075" algn="l"/>
                    <a:tab pos="10150475" algn="l"/>
                  </a:tabLs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tabLst>
                    <a:tab pos="92075" algn="l"/>
                    <a:tab pos="1006475" algn="l"/>
                    <a:tab pos="1920875" algn="l"/>
                    <a:tab pos="2835275" algn="l"/>
                    <a:tab pos="3749675" algn="l"/>
                    <a:tab pos="4664075" algn="l"/>
                    <a:tab pos="5578475" algn="l"/>
                    <a:tab pos="6492875" algn="l"/>
                    <a:tab pos="7407275" algn="l"/>
                    <a:tab pos="8321675" algn="l"/>
                    <a:tab pos="9236075" algn="l"/>
                    <a:tab pos="10150475" algn="l"/>
                  </a:tabLs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tabLst>
                    <a:tab pos="92075" algn="l"/>
                    <a:tab pos="1006475" algn="l"/>
                    <a:tab pos="1920875" algn="l"/>
                    <a:tab pos="2835275" algn="l"/>
                    <a:tab pos="3749675" algn="l"/>
                    <a:tab pos="4664075" algn="l"/>
                    <a:tab pos="5578475" algn="l"/>
                    <a:tab pos="6492875" algn="l"/>
                    <a:tab pos="7407275" algn="l"/>
                    <a:tab pos="8321675" algn="l"/>
                    <a:tab pos="9236075" algn="l"/>
                    <a:tab pos="10150475" algn="l"/>
                  </a:tabLs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tabLst>
                    <a:tab pos="92075" algn="l"/>
                    <a:tab pos="1006475" algn="l"/>
                    <a:tab pos="1920875" algn="l"/>
                    <a:tab pos="2835275" algn="l"/>
                    <a:tab pos="3749675" algn="l"/>
                    <a:tab pos="4664075" algn="l"/>
                    <a:tab pos="5578475" algn="l"/>
                    <a:tab pos="6492875" algn="l"/>
                    <a:tab pos="7407275" algn="l"/>
                    <a:tab pos="8321675" algn="l"/>
                    <a:tab pos="9236075" algn="l"/>
                    <a:tab pos="10150475" algn="l"/>
                  </a:tabLs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tabLst>
                    <a:tab pos="92075" algn="l"/>
                    <a:tab pos="1006475" algn="l"/>
                    <a:tab pos="1920875" algn="l"/>
                    <a:tab pos="2835275" algn="l"/>
                    <a:tab pos="3749675" algn="l"/>
                    <a:tab pos="4664075" algn="l"/>
                    <a:tab pos="5578475" algn="l"/>
                    <a:tab pos="6492875" algn="l"/>
                    <a:tab pos="7407275" algn="l"/>
                    <a:tab pos="8321675" algn="l"/>
                    <a:tab pos="9236075" algn="l"/>
                    <a:tab pos="10150475" algn="l"/>
                  </a:tabLs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9pPr>
              </a:lstStyle>
              <a:p>
                <a:pPr eaLnBrk="1" hangingPunct="1"/>
                <a:r>
                  <a:rPr lang="ko-KR" altLang="ko-KR" sz="700">
                    <a:solidFill>
                      <a:srgbClr val="000000"/>
                    </a:solidFill>
                    <a:latin typeface="Trebuchet MS" pitchFamily="34" charset="0"/>
                    <a:ea typeface="맑은 고딕" pitchFamily="50" charset="-127"/>
                  </a:rPr>
                  <a:t>기본정보</a:t>
                </a:r>
              </a:p>
            </p:txBody>
          </p:sp>
          <p:sp>
            <p:nvSpPr>
              <p:cNvPr id="43" name="AutoShape 10"/>
              <p:cNvSpPr>
                <a:spLocks noChangeArrowheads="1"/>
              </p:cNvSpPr>
              <p:nvPr/>
            </p:nvSpPr>
            <p:spPr bwMode="auto">
              <a:xfrm>
                <a:off x="810" y="1158"/>
                <a:ext cx="47" cy="111"/>
              </a:xfrm>
              <a:prstGeom prst="roundRect">
                <a:avLst>
                  <a:gd name="adj" fmla="val 0"/>
                </a:avLst>
              </a:prstGeom>
              <a:gradFill rotWithShape="0">
                <a:gsLst>
                  <a:gs pos="0">
                    <a:srgbClr val="FFFFFF"/>
                  </a:gs>
                  <a:gs pos="100000">
                    <a:srgbClr val="BCBCBC"/>
                  </a:gs>
                </a:gsLst>
                <a:lin ang="162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 eaLnBrk="0" hangingPunct="0"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1pPr>
                <a:lvl2pPr marL="742950" indent="-285750" eaLnBrk="0" hangingPunct="0"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2pPr>
                <a:lvl3pPr marL="1143000" indent="-228600" eaLnBrk="0" hangingPunct="0"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3pPr>
                <a:lvl4pPr marL="1600200" indent="-228600" eaLnBrk="0" hangingPunct="0"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4pPr>
                <a:lvl5pPr marL="2057400" indent="-228600" eaLnBrk="0" hangingPunct="0"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9pPr>
              </a:lstStyle>
              <a:p>
                <a:pPr eaLnBrk="1" hangingPunct="1"/>
                <a:endParaRPr lang="ko-KR" altLang="en-US"/>
              </a:p>
            </p:txBody>
          </p:sp>
        </p:grpSp>
        <p:sp>
          <p:nvSpPr>
            <p:cNvPr id="38" name="Line 11"/>
            <p:cNvSpPr>
              <a:spLocks noChangeShapeType="1"/>
            </p:cNvSpPr>
            <p:nvPr/>
          </p:nvSpPr>
          <p:spPr bwMode="auto">
            <a:xfrm>
              <a:off x="856" y="1152"/>
              <a:ext cx="0" cy="111"/>
            </a:xfrm>
            <a:prstGeom prst="line">
              <a:avLst/>
            </a:prstGeom>
            <a:noFill/>
            <a:ln w="3240">
              <a:solidFill>
                <a:srgbClr val="00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grpSp>
          <p:nvGrpSpPr>
            <p:cNvPr id="39" name="Group 12"/>
            <p:cNvGrpSpPr>
              <a:grpSpLocks/>
            </p:cNvGrpSpPr>
            <p:nvPr/>
          </p:nvGrpSpPr>
          <p:grpSpPr bwMode="auto">
            <a:xfrm>
              <a:off x="865" y="1152"/>
              <a:ext cx="363" cy="117"/>
              <a:chOff x="865" y="1152"/>
              <a:chExt cx="363" cy="117"/>
            </a:xfrm>
          </p:grpSpPr>
          <p:sp>
            <p:nvSpPr>
              <p:cNvPr id="40" name="AutoShape 13"/>
              <p:cNvSpPr>
                <a:spLocks noChangeArrowheads="1"/>
              </p:cNvSpPr>
              <p:nvPr/>
            </p:nvSpPr>
            <p:spPr bwMode="auto">
              <a:xfrm>
                <a:off x="865" y="1158"/>
                <a:ext cx="362" cy="111"/>
              </a:xfrm>
              <a:prstGeom prst="roundRect">
                <a:avLst>
                  <a:gd name="adj" fmla="val 0"/>
                </a:avLst>
              </a:prstGeom>
              <a:gradFill rotWithShape="0">
                <a:gsLst>
                  <a:gs pos="0">
                    <a:srgbClr val="85DFFF"/>
                  </a:gs>
                  <a:gs pos="100000">
                    <a:srgbClr val="00B6F6"/>
                  </a:gs>
                </a:gsLst>
                <a:lin ang="162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lIns="90000" tIns="46800" rIns="90000" bIns="46800" anchor="ctr"/>
              <a:lstStyle>
                <a:lvl1pPr marL="92075" indent="-90488" eaLnBrk="0" hangingPunct="0">
                  <a:tabLst>
                    <a:tab pos="92075" algn="l"/>
                    <a:tab pos="1006475" algn="l"/>
                    <a:tab pos="1920875" algn="l"/>
                    <a:tab pos="2835275" algn="l"/>
                    <a:tab pos="3749675" algn="l"/>
                    <a:tab pos="4664075" algn="l"/>
                    <a:tab pos="5578475" algn="l"/>
                    <a:tab pos="6492875" algn="l"/>
                    <a:tab pos="7407275" algn="l"/>
                    <a:tab pos="8321675" algn="l"/>
                    <a:tab pos="9236075" algn="l"/>
                    <a:tab pos="10150475" algn="l"/>
                  </a:tabLs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1pPr>
                <a:lvl2pPr marL="742950" indent="-285750" eaLnBrk="0" hangingPunct="0">
                  <a:tabLst>
                    <a:tab pos="92075" algn="l"/>
                    <a:tab pos="1006475" algn="l"/>
                    <a:tab pos="1920875" algn="l"/>
                    <a:tab pos="2835275" algn="l"/>
                    <a:tab pos="3749675" algn="l"/>
                    <a:tab pos="4664075" algn="l"/>
                    <a:tab pos="5578475" algn="l"/>
                    <a:tab pos="6492875" algn="l"/>
                    <a:tab pos="7407275" algn="l"/>
                    <a:tab pos="8321675" algn="l"/>
                    <a:tab pos="9236075" algn="l"/>
                    <a:tab pos="10150475" algn="l"/>
                  </a:tabLs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2pPr>
                <a:lvl3pPr marL="1143000" indent="-228600" eaLnBrk="0" hangingPunct="0">
                  <a:tabLst>
                    <a:tab pos="92075" algn="l"/>
                    <a:tab pos="1006475" algn="l"/>
                    <a:tab pos="1920875" algn="l"/>
                    <a:tab pos="2835275" algn="l"/>
                    <a:tab pos="3749675" algn="l"/>
                    <a:tab pos="4664075" algn="l"/>
                    <a:tab pos="5578475" algn="l"/>
                    <a:tab pos="6492875" algn="l"/>
                    <a:tab pos="7407275" algn="l"/>
                    <a:tab pos="8321675" algn="l"/>
                    <a:tab pos="9236075" algn="l"/>
                    <a:tab pos="10150475" algn="l"/>
                  </a:tabLs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3pPr>
                <a:lvl4pPr marL="1600200" indent="-228600" eaLnBrk="0" hangingPunct="0">
                  <a:tabLst>
                    <a:tab pos="92075" algn="l"/>
                    <a:tab pos="1006475" algn="l"/>
                    <a:tab pos="1920875" algn="l"/>
                    <a:tab pos="2835275" algn="l"/>
                    <a:tab pos="3749675" algn="l"/>
                    <a:tab pos="4664075" algn="l"/>
                    <a:tab pos="5578475" algn="l"/>
                    <a:tab pos="6492875" algn="l"/>
                    <a:tab pos="7407275" algn="l"/>
                    <a:tab pos="8321675" algn="l"/>
                    <a:tab pos="9236075" algn="l"/>
                    <a:tab pos="10150475" algn="l"/>
                  </a:tabLs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4pPr>
                <a:lvl5pPr marL="2057400" indent="-228600" eaLnBrk="0" hangingPunct="0">
                  <a:tabLst>
                    <a:tab pos="92075" algn="l"/>
                    <a:tab pos="1006475" algn="l"/>
                    <a:tab pos="1920875" algn="l"/>
                    <a:tab pos="2835275" algn="l"/>
                    <a:tab pos="3749675" algn="l"/>
                    <a:tab pos="4664075" algn="l"/>
                    <a:tab pos="5578475" algn="l"/>
                    <a:tab pos="6492875" algn="l"/>
                    <a:tab pos="7407275" algn="l"/>
                    <a:tab pos="8321675" algn="l"/>
                    <a:tab pos="9236075" algn="l"/>
                    <a:tab pos="10150475" algn="l"/>
                  </a:tabLs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tabLst>
                    <a:tab pos="92075" algn="l"/>
                    <a:tab pos="1006475" algn="l"/>
                    <a:tab pos="1920875" algn="l"/>
                    <a:tab pos="2835275" algn="l"/>
                    <a:tab pos="3749675" algn="l"/>
                    <a:tab pos="4664075" algn="l"/>
                    <a:tab pos="5578475" algn="l"/>
                    <a:tab pos="6492875" algn="l"/>
                    <a:tab pos="7407275" algn="l"/>
                    <a:tab pos="8321675" algn="l"/>
                    <a:tab pos="9236075" algn="l"/>
                    <a:tab pos="10150475" algn="l"/>
                  </a:tabLs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tabLst>
                    <a:tab pos="92075" algn="l"/>
                    <a:tab pos="1006475" algn="l"/>
                    <a:tab pos="1920875" algn="l"/>
                    <a:tab pos="2835275" algn="l"/>
                    <a:tab pos="3749675" algn="l"/>
                    <a:tab pos="4664075" algn="l"/>
                    <a:tab pos="5578475" algn="l"/>
                    <a:tab pos="6492875" algn="l"/>
                    <a:tab pos="7407275" algn="l"/>
                    <a:tab pos="8321675" algn="l"/>
                    <a:tab pos="9236075" algn="l"/>
                    <a:tab pos="10150475" algn="l"/>
                  </a:tabLs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tabLst>
                    <a:tab pos="92075" algn="l"/>
                    <a:tab pos="1006475" algn="l"/>
                    <a:tab pos="1920875" algn="l"/>
                    <a:tab pos="2835275" algn="l"/>
                    <a:tab pos="3749675" algn="l"/>
                    <a:tab pos="4664075" algn="l"/>
                    <a:tab pos="5578475" algn="l"/>
                    <a:tab pos="6492875" algn="l"/>
                    <a:tab pos="7407275" algn="l"/>
                    <a:tab pos="8321675" algn="l"/>
                    <a:tab pos="9236075" algn="l"/>
                    <a:tab pos="10150475" algn="l"/>
                  </a:tabLs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tabLst>
                    <a:tab pos="92075" algn="l"/>
                    <a:tab pos="1006475" algn="l"/>
                    <a:tab pos="1920875" algn="l"/>
                    <a:tab pos="2835275" algn="l"/>
                    <a:tab pos="3749675" algn="l"/>
                    <a:tab pos="4664075" algn="l"/>
                    <a:tab pos="5578475" algn="l"/>
                    <a:tab pos="6492875" algn="l"/>
                    <a:tab pos="7407275" algn="l"/>
                    <a:tab pos="8321675" algn="l"/>
                    <a:tab pos="9236075" algn="l"/>
                    <a:tab pos="10150475" algn="l"/>
                  </a:tabLs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9pPr>
              </a:lstStyle>
              <a:p>
                <a:pPr algn="ctr" eaLnBrk="1" hangingPunct="1"/>
                <a:r>
                  <a:rPr lang="ko-KR" altLang="ko-KR" sz="700">
                    <a:solidFill>
                      <a:srgbClr val="000000"/>
                    </a:solidFill>
                    <a:ea typeface="맑은 고딕" pitchFamily="50" charset="-127"/>
                  </a:rPr>
                  <a:t>정보</a:t>
                </a:r>
              </a:p>
            </p:txBody>
          </p:sp>
          <p:sp>
            <p:nvSpPr>
              <p:cNvPr id="41" name="Line 14"/>
              <p:cNvSpPr>
                <a:spLocks noChangeShapeType="1"/>
              </p:cNvSpPr>
              <p:nvPr/>
            </p:nvSpPr>
            <p:spPr bwMode="auto">
              <a:xfrm>
                <a:off x="1228" y="1152"/>
                <a:ext cx="0" cy="111"/>
              </a:xfrm>
              <a:prstGeom prst="line">
                <a:avLst/>
              </a:prstGeom>
              <a:noFill/>
              <a:ln w="3240">
                <a:solidFill>
                  <a:srgbClr val="000000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ko-KR" altLang="en-US"/>
              </a:p>
            </p:txBody>
          </p:sp>
        </p:grpSp>
      </p:grpSp>
      <p:sp>
        <p:nvSpPr>
          <p:cNvPr id="44" name="AutoShape 15"/>
          <p:cNvSpPr>
            <a:spLocks noChangeArrowheads="1"/>
          </p:cNvSpPr>
          <p:nvPr/>
        </p:nvSpPr>
        <p:spPr bwMode="auto">
          <a:xfrm>
            <a:off x="623888" y="2262212"/>
            <a:ext cx="1778000" cy="34290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2F2F2"/>
              </a:gs>
              <a:gs pos="100000">
                <a:srgbClr val="BCBCBC"/>
              </a:gs>
            </a:gsLst>
            <a:lin ang="16200000" scaled="1"/>
          </a:gradFill>
          <a:ln w="9360">
            <a:solidFill>
              <a:srgbClr val="7F7F7F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ts val="175"/>
              </a:spcBef>
            </a:pPr>
            <a:r>
              <a:rPr lang="ko-KR" altLang="en-US" sz="700" dirty="0">
                <a:solidFill>
                  <a:srgbClr val="000000"/>
                </a:solidFill>
                <a:latin typeface="맑은 고딕" pitchFamily="50" charset="-127"/>
                <a:ea typeface="맑은 고딕" pitchFamily="50" charset="-127"/>
              </a:rPr>
              <a:t>가입</a:t>
            </a:r>
            <a:r>
              <a:rPr lang="ko-KR" altLang="ko-KR" sz="700" dirty="0">
                <a:solidFill>
                  <a:srgbClr val="000000"/>
                </a:solidFill>
                <a:latin typeface="맑은 고딕" pitchFamily="50" charset="-127"/>
                <a:ea typeface="맑은 고딕" pitchFamily="50" charset="-127"/>
              </a:rPr>
              <a:t>자 </a:t>
            </a:r>
            <a:r>
              <a:rPr lang="en-US" altLang="ko-KR" sz="700" dirty="0">
                <a:solidFill>
                  <a:srgbClr val="000000"/>
                </a:solidFill>
                <a:latin typeface="맑은 고딕" pitchFamily="50" charset="-127"/>
                <a:ea typeface="맑은 고딕" pitchFamily="50" charset="-127"/>
              </a:rPr>
              <a:t>: </a:t>
            </a:r>
            <a:r>
              <a:rPr lang="ko-KR" altLang="en-US" sz="700" dirty="0">
                <a:solidFill>
                  <a:srgbClr val="000000"/>
                </a:solidFill>
                <a:latin typeface="맑은 고딕" pitchFamily="50" charset="-127"/>
                <a:ea typeface="맑은 고딕" pitchFamily="50" charset="-127"/>
              </a:rPr>
              <a:t>홍길동</a:t>
            </a:r>
            <a:r>
              <a:rPr lang="ko-KR" altLang="ko-KR" sz="700" dirty="0">
                <a:solidFill>
                  <a:srgbClr val="000000"/>
                </a:solidFill>
                <a:latin typeface="맑은 고딕" pitchFamily="50" charset="-127"/>
                <a:ea typeface="맑은 고딕" pitchFamily="50" charset="-127"/>
              </a:rPr>
              <a:t> </a:t>
            </a:r>
            <a:r>
              <a:rPr lang="en-US" altLang="ko-KR" sz="700" dirty="0">
                <a:solidFill>
                  <a:srgbClr val="000000"/>
                </a:solidFill>
                <a:latin typeface="맑은 고딕" pitchFamily="50" charset="-127"/>
                <a:ea typeface="맑은 고딕" pitchFamily="50" charset="-127"/>
              </a:rPr>
              <a:t>/ </a:t>
            </a:r>
            <a:r>
              <a:rPr lang="ko-KR" altLang="ko-KR" sz="700" dirty="0">
                <a:solidFill>
                  <a:srgbClr val="000000"/>
                </a:solidFill>
                <a:latin typeface="맑은 고딕" pitchFamily="50" charset="-127"/>
                <a:ea typeface="맑은 고딕" pitchFamily="50" charset="-127"/>
              </a:rPr>
              <a:t>남 </a:t>
            </a:r>
            <a:r>
              <a:rPr lang="en-US" altLang="ko-KR" sz="700" dirty="0">
                <a:solidFill>
                  <a:srgbClr val="000000"/>
                </a:solidFill>
                <a:latin typeface="맑은 고딕" pitchFamily="50" charset="-127"/>
                <a:ea typeface="맑은 고딕" pitchFamily="50" charset="-127"/>
              </a:rPr>
              <a:t>/ 55</a:t>
            </a:r>
            <a:r>
              <a:rPr lang="ko-KR" altLang="ko-KR" sz="700" dirty="0">
                <a:solidFill>
                  <a:srgbClr val="000000"/>
                </a:solidFill>
                <a:latin typeface="맑은 고딕" pitchFamily="50" charset="-127"/>
                <a:ea typeface="맑은 고딕" pitchFamily="50" charset="-127"/>
              </a:rPr>
              <a:t>세</a:t>
            </a:r>
          </a:p>
        </p:txBody>
      </p:sp>
      <p:graphicFrame>
        <p:nvGraphicFramePr>
          <p:cNvPr id="45" name="Group 16"/>
          <p:cNvGraphicFramePr>
            <a:graphicFrameLocks noGrp="1"/>
          </p:cNvGraphicFramePr>
          <p:nvPr/>
        </p:nvGraphicFramePr>
        <p:xfrm>
          <a:off x="603250" y="2638450"/>
          <a:ext cx="1828800" cy="1562100"/>
        </p:xfrm>
        <a:graphic>
          <a:graphicData uri="http://schemas.openxmlformats.org/drawingml/2006/table">
            <a:tbl>
              <a:tblPr/>
              <a:tblGrid>
                <a:gridCol w="6175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12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2725">
                <a:tc gridSpan="2"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3000"/>
                        </a:lnSpc>
                        <a:spcBef>
                          <a:spcPts val="2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ko-KR" altLang="en-US" sz="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맑은 고딕" pitchFamily="48" charset="-127"/>
                          <a:ea typeface="맑은 고딕" pitchFamily="48" charset="-127"/>
                        </a:rPr>
                        <a:t>가입정보</a:t>
                      </a:r>
                      <a:endParaRPr kumimoji="0" 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itchFamily="48" charset="-127"/>
                        <a:ea typeface="맑은 고딕" pitchFamily="48" charset="-127"/>
                      </a:endParaRPr>
                    </a:p>
                  </a:txBody>
                  <a:tcPr marL="54000" marR="36000" marT="53136" marB="36000" anchor="ctr" horzOverflow="overflow">
                    <a:lnL>
                      <a:noFill/>
                    </a:lnL>
                    <a:lnR>
                      <a:noFill/>
                    </a:lnR>
                    <a:lnT w="288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6E6E6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350"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3000"/>
                        </a:lnSpc>
                        <a:spcBef>
                          <a:spcPts val="2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ko-KR" altLang="en-US" sz="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맑은 고딕" pitchFamily="48" charset="-127"/>
                          <a:ea typeface="맑은 고딕" pitchFamily="48" charset="-127"/>
                        </a:rPr>
                        <a:t>지역</a:t>
                      </a:r>
                      <a:endParaRPr kumimoji="0" 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itchFamily="48" charset="-127"/>
                        <a:ea typeface="맑은 고딕" pitchFamily="48" charset="-127"/>
                      </a:endParaRPr>
                    </a:p>
                  </a:txBody>
                  <a:tcPr marL="54000" marR="36000" marT="53136" marB="36000" anchor="ctr" horzOverflow="overflow">
                    <a:lnL>
                      <a:noFill/>
                    </a:lnL>
                    <a:lnR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3000"/>
                        </a:lnSpc>
                        <a:spcBef>
                          <a:spcPts val="2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ko-KR" altLang="en-US" sz="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맑은 고딕" pitchFamily="48" charset="-127"/>
                          <a:ea typeface="맑은 고딕" pitchFamily="48" charset="-127"/>
                        </a:rPr>
                        <a:t>경기도 성남시</a:t>
                      </a:r>
                      <a:endParaRPr kumimoji="0" lang="en-US" sz="800" b="1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itchFamily="48" charset="-127"/>
                        <a:ea typeface="맑은 고딕" pitchFamily="48" charset="-127"/>
                      </a:endParaRPr>
                    </a:p>
                  </a:txBody>
                  <a:tcPr marL="72000" marR="108000" marT="53136" marB="36000" anchor="ctr" horzOverflow="overflow">
                    <a:lnL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350"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3000"/>
                        </a:lnSpc>
                        <a:spcBef>
                          <a:spcPts val="2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ko-KR" altLang="en-US" sz="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맑은 고딕" pitchFamily="48" charset="-127"/>
                          <a:ea typeface="맑은 고딕" pitchFamily="48" charset="-127"/>
                        </a:rPr>
                        <a:t>성별</a:t>
                      </a:r>
                      <a:endParaRPr kumimoji="0" 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itchFamily="48" charset="-127"/>
                        <a:ea typeface="맑은 고딕" pitchFamily="48" charset="-127"/>
                      </a:endParaRPr>
                    </a:p>
                  </a:txBody>
                  <a:tcPr marL="54000" marR="36000" marT="53136" marB="36000" anchor="ctr" horzOverflow="overflow">
                    <a:lnL>
                      <a:noFill/>
                    </a:lnL>
                    <a:lnR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3000"/>
                        </a:lnSpc>
                        <a:spcBef>
                          <a:spcPts val="2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ko-KR" altLang="en-US" sz="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맑은 고딕" pitchFamily="48" charset="-127"/>
                          <a:ea typeface="맑은 고딕" pitchFamily="48" charset="-127"/>
                        </a:rPr>
                        <a:t>남자</a:t>
                      </a:r>
                      <a:endParaRPr kumimoji="0" lang="ko-KR" sz="800" b="1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itchFamily="48" charset="-127"/>
                        <a:ea typeface="맑은 고딕" pitchFamily="48" charset="-127"/>
                      </a:endParaRPr>
                    </a:p>
                  </a:txBody>
                  <a:tcPr marL="72000" marR="108000" marT="53136" marB="36000" anchor="ctr" horzOverflow="overflow">
                    <a:lnL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6225"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3000"/>
                        </a:lnSpc>
                        <a:spcBef>
                          <a:spcPts val="2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ko-KR" altLang="en-US" sz="8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맑은 고딕" pitchFamily="48" charset="-127"/>
                          <a:ea typeface="맑은 고딕" pitchFamily="48" charset="-127"/>
                        </a:rPr>
                        <a:t>가입년도</a:t>
                      </a:r>
                      <a:endParaRPr kumimoji="0" 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itchFamily="48" charset="-127"/>
                        <a:ea typeface="맑은 고딕" pitchFamily="48" charset="-127"/>
                      </a:endParaRPr>
                    </a:p>
                  </a:txBody>
                  <a:tcPr marL="54000" marR="36000" marT="53136" marB="36000" anchor="ctr" horzOverflow="overflow">
                    <a:lnL>
                      <a:noFill/>
                    </a:lnL>
                    <a:lnR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3000"/>
                        </a:lnSpc>
                        <a:spcBef>
                          <a:spcPts val="2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endParaRPr kumimoji="0" lang="en-US" sz="800" b="1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itchFamily="48" charset="-127"/>
                        <a:ea typeface="맑은 고딕" pitchFamily="48" charset="-127"/>
                      </a:endParaRPr>
                    </a:p>
                  </a:txBody>
                  <a:tcPr marL="72000" marR="108000" marT="53136" marB="36000" anchor="ctr" horzOverflow="overflow">
                    <a:lnL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6225"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3000"/>
                        </a:lnSpc>
                        <a:spcBef>
                          <a:spcPts val="2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endParaRPr kumimoji="0" 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itchFamily="48" charset="-127"/>
                        <a:ea typeface="맑은 고딕" pitchFamily="48" charset="-127"/>
                      </a:endParaRPr>
                    </a:p>
                  </a:txBody>
                  <a:tcPr marL="54000" marR="36000" marT="53136" marB="36000" anchor="ctr" horzOverflow="overflow">
                    <a:lnL>
                      <a:noFill/>
                    </a:lnL>
                    <a:lnR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3000"/>
                        </a:lnSpc>
                        <a:spcBef>
                          <a:spcPts val="2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endParaRPr kumimoji="0" lang="en-US" sz="800" b="1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itchFamily="48" charset="-127"/>
                        <a:ea typeface="맑은 고딕" pitchFamily="48" charset="-127"/>
                      </a:endParaRPr>
                    </a:p>
                  </a:txBody>
                  <a:tcPr marL="72000" marR="108000" marT="53136" marB="36000" anchor="ctr" horzOverflow="overflow">
                    <a:lnL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6225"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3000"/>
                        </a:lnSpc>
                        <a:spcBef>
                          <a:spcPts val="2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endParaRPr kumimoji="0" 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itchFamily="48" charset="-127"/>
                        <a:ea typeface="맑은 고딕" pitchFamily="48" charset="-127"/>
                      </a:endParaRPr>
                    </a:p>
                  </a:txBody>
                  <a:tcPr marL="54000" marR="36000" marT="53136" marB="36000" anchor="ctr" horzOverflow="overflow">
                    <a:lnL>
                      <a:noFill/>
                    </a:lnL>
                    <a:lnR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3000"/>
                        </a:lnSpc>
                        <a:spcBef>
                          <a:spcPts val="2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endParaRPr kumimoji="0" lang="en-US" sz="800" b="1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itchFamily="48" charset="-127"/>
                        <a:ea typeface="맑은 고딕" pitchFamily="48" charset="-127"/>
                      </a:endParaRPr>
                    </a:p>
                  </a:txBody>
                  <a:tcPr marL="72000" marR="108000" marT="53136" marB="36000" anchor="ctr" horzOverflow="overflow">
                    <a:lnL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6" name="AutoShape 35"/>
          <p:cNvSpPr>
            <a:spLocks noChangeArrowheads="1"/>
          </p:cNvSpPr>
          <p:nvPr/>
        </p:nvSpPr>
        <p:spPr bwMode="auto">
          <a:xfrm>
            <a:off x="1282700" y="3402037"/>
            <a:ext cx="1066800" cy="2159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360">
            <a:solidFill>
              <a:srgbClr val="7F7F7F"/>
            </a:solidFill>
            <a:miter lim="800000"/>
            <a:headEnd/>
            <a:tailEnd/>
          </a:ln>
        </p:spPr>
        <p:txBody>
          <a:bodyPr lIns="36000" tIns="18000" rIns="36000" bIns="0" anchor="ctr"/>
          <a:lstStyle>
            <a:lvl1pPr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r" eaLnBrk="1" hangingPunct="1"/>
            <a:r>
              <a:rPr lang="en-US" altLang="ko-KR" sz="800" b="1">
                <a:solidFill>
                  <a:srgbClr val="000000"/>
                </a:solidFill>
                <a:latin typeface="맑은 고딕" pitchFamily="50" charset="-127"/>
                <a:ea typeface="맑은 고딕" pitchFamily="50" charset="-127"/>
              </a:rPr>
              <a:t>2012</a:t>
            </a:r>
            <a:r>
              <a:rPr lang="ko-KR" altLang="en-US" sz="800" b="1">
                <a:solidFill>
                  <a:srgbClr val="000000"/>
                </a:solidFill>
                <a:latin typeface="맑은 고딕" pitchFamily="50" charset="-127"/>
                <a:ea typeface="맑은 고딕" pitchFamily="50" charset="-127"/>
              </a:rPr>
              <a:t>년 </a:t>
            </a:r>
            <a:r>
              <a:rPr lang="en-US" altLang="ko-KR" sz="800" b="1">
                <a:solidFill>
                  <a:srgbClr val="000000"/>
                </a:solidFill>
                <a:latin typeface="맑은 고딕" pitchFamily="50" charset="-127"/>
                <a:ea typeface="맑은 고딕" pitchFamily="50" charset="-127"/>
              </a:rPr>
              <a:t>9</a:t>
            </a:r>
            <a:r>
              <a:rPr lang="ko-KR" altLang="en-US" sz="800" b="1">
                <a:solidFill>
                  <a:srgbClr val="000000"/>
                </a:solidFill>
                <a:latin typeface="맑은 고딕" pitchFamily="50" charset="-127"/>
                <a:ea typeface="맑은 고딕" pitchFamily="50" charset="-127"/>
              </a:rPr>
              <a:t>월 </a:t>
            </a:r>
            <a:r>
              <a:rPr lang="en-US" altLang="ko-KR" sz="800" b="1">
                <a:solidFill>
                  <a:srgbClr val="000000"/>
                </a:solidFill>
                <a:latin typeface="맑은 고딕" pitchFamily="50" charset="-127"/>
                <a:ea typeface="맑은 고딕" pitchFamily="50" charset="-127"/>
              </a:rPr>
              <a:t>11</a:t>
            </a:r>
            <a:r>
              <a:rPr lang="ko-KR" altLang="en-US" sz="800" b="1">
                <a:solidFill>
                  <a:srgbClr val="000000"/>
                </a:solidFill>
                <a:latin typeface="맑은 고딕" pitchFamily="50" charset="-127"/>
                <a:ea typeface="맑은 고딕" pitchFamily="50" charset="-127"/>
              </a:rPr>
              <a:t>일</a:t>
            </a:r>
            <a:endParaRPr lang="ko-KR" altLang="ko-KR" sz="800" b="1">
              <a:solidFill>
                <a:srgbClr val="000000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aphicFrame>
        <p:nvGraphicFramePr>
          <p:cNvPr id="47" name="Group 36"/>
          <p:cNvGraphicFramePr>
            <a:graphicFrameLocks noGrp="1"/>
          </p:cNvGraphicFramePr>
          <p:nvPr/>
        </p:nvGraphicFramePr>
        <p:xfrm>
          <a:off x="603250" y="3667150"/>
          <a:ext cx="1828800" cy="1009650"/>
        </p:xfrm>
        <a:graphic>
          <a:graphicData uri="http://schemas.openxmlformats.org/drawingml/2006/table">
            <a:tbl>
              <a:tblPr/>
              <a:tblGrid>
                <a:gridCol w="6175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12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2725">
                <a:tc gridSpan="2"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3000"/>
                        </a:lnSpc>
                        <a:spcBef>
                          <a:spcPts val="2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ko-KR" altLang="en-US" sz="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맑은 고딕" pitchFamily="48" charset="-127"/>
                          <a:ea typeface="맑은 고딕" pitchFamily="48" charset="-127"/>
                        </a:rPr>
                        <a:t>그룹정보</a:t>
                      </a:r>
                      <a:endParaRPr kumimoji="0" 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itchFamily="48" charset="-127"/>
                        <a:ea typeface="맑은 고딕" pitchFamily="48" charset="-127"/>
                      </a:endParaRPr>
                    </a:p>
                  </a:txBody>
                  <a:tcPr marL="54000" marR="36000" marT="53136" marB="36000" anchor="ctr" horzOverflow="overflow">
                    <a:lnL>
                      <a:noFill/>
                    </a:lnL>
                    <a:lnR>
                      <a:noFill/>
                    </a:lnR>
                    <a:lnT w="288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6E6E6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350"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3000"/>
                        </a:lnSpc>
                        <a:spcBef>
                          <a:spcPts val="2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맑은 고딕" pitchFamily="48" charset="-127"/>
                          <a:ea typeface="맑은 고딕" pitchFamily="48" charset="-127"/>
                        </a:rPr>
                        <a:t>기간</a:t>
                      </a:r>
                    </a:p>
                  </a:txBody>
                  <a:tcPr marL="54000" marR="36000" marT="53136" marB="36000" anchor="ctr" horzOverflow="overflow">
                    <a:lnL>
                      <a:noFill/>
                    </a:lnL>
                    <a:lnR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3000"/>
                        </a:lnSpc>
                        <a:spcBef>
                          <a:spcPts val="2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en-US" sz="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맑은 고딕" pitchFamily="48" charset="-127"/>
                          <a:ea typeface="맑은 고딕" pitchFamily="48" charset="-127"/>
                        </a:rPr>
                        <a:t>3</a:t>
                      </a:r>
                      <a:r>
                        <a:rPr kumimoji="0" lang="ko-KR" altLang="en-US" sz="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맑은 고딕" pitchFamily="48" charset="-127"/>
                          <a:ea typeface="맑은 고딕" pitchFamily="48" charset="-127"/>
                        </a:rPr>
                        <a:t>년 가입</a:t>
                      </a:r>
                      <a:endParaRPr kumimoji="0" lang="en-US" sz="800" b="1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itchFamily="48" charset="-127"/>
                        <a:ea typeface="맑은 고딕" pitchFamily="48" charset="-127"/>
                      </a:endParaRPr>
                    </a:p>
                  </a:txBody>
                  <a:tcPr marL="72000" marR="108000" marT="53136" marB="36000" anchor="ctr" horzOverflow="overflow">
                    <a:lnL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350"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3000"/>
                        </a:lnSpc>
                        <a:spcBef>
                          <a:spcPts val="2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맑은 고딕" pitchFamily="48" charset="-127"/>
                          <a:ea typeface="맑은 고딕" pitchFamily="48" charset="-127"/>
                        </a:rPr>
                        <a:t>납입</a:t>
                      </a:r>
                    </a:p>
                  </a:txBody>
                  <a:tcPr marL="54000" marR="36000" marT="53136" marB="36000" anchor="ctr" horzOverflow="overflow">
                    <a:lnL>
                      <a:noFill/>
                    </a:lnL>
                    <a:lnR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3000"/>
                        </a:lnSpc>
                        <a:spcBef>
                          <a:spcPts val="2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en-US" sz="8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맑은 고딕" pitchFamily="48" charset="-127"/>
                          <a:ea typeface="맑은 고딕" pitchFamily="48" charset="-127"/>
                        </a:rPr>
                        <a:t>20</a:t>
                      </a:r>
                      <a:r>
                        <a:rPr kumimoji="0" lang="ko-KR" sz="8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맑은 고딕" pitchFamily="48" charset="-127"/>
                          <a:ea typeface="맑은 고딕" pitchFamily="48" charset="-127"/>
                        </a:rPr>
                        <a:t>년납</a:t>
                      </a:r>
                    </a:p>
                  </a:txBody>
                  <a:tcPr marL="72000" marR="108000" marT="53136" marB="36000" anchor="ctr" horzOverflow="overflow">
                    <a:lnL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6225"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3000"/>
                        </a:lnSpc>
                        <a:spcBef>
                          <a:spcPts val="2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맑은 고딕" pitchFamily="48" charset="-127"/>
                          <a:ea typeface="맑은 고딕" pitchFamily="48" charset="-127"/>
                        </a:rPr>
                        <a:t>가입</a:t>
                      </a:r>
                    </a:p>
                  </a:txBody>
                  <a:tcPr marL="54000" marR="36000" marT="53136" marB="36000" anchor="ctr" horzOverflow="overflow">
                    <a:lnL>
                      <a:noFill/>
                    </a:lnL>
                    <a:lnR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3000"/>
                        </a:lnSpc>
                        <a:spcBef>
                          <a:spcPts val="2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endParaRPr kumimoji="0" lang="en-US" sz="800" b="1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itchFamily="48" charset="-127"/>
                        <a:ea typeface="맑은 고딕" pitchFamily="48" charset="-127"/>
                      </a:endParaRPr>
                    </a:p>
                  </a:txBody>
                  <a:tcPr marL="72000" marR="108000" marT="53136" marB="36000" anchor="ctr" horzOverflow="overflow">
                    <a:lnL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48" name="Group 55"/>
          <p:cNvGraphicFramePr>
            <a:graphicFrameLocks noGrp="1"/>
          </p:cNvGraphicFramePr>
          <p:nvPr/>
        </p:nvGraphicFramePr>
        <p:xfrm>
          <a:off x="603250" y="4941912"/>
          <a:ext cx="1828800" cy="1138238"/>
        </p:xfrm>
        <a:graphic>
          <a:graphicData uri="http://schemas.openxmlformats.org/drawingml/2006/table">
            <a:tbl>
              <a:tblPr/>
              <a:tblGrid>
                <a:gridCol w="6175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12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1313">
                <a:tc gridSpan="2"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3000"/>
                        </a:lnSpc>
                        <a:spcBef>
                          <a:spcPts val="2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ko-KR" altLang="en-US" sz="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맑은 고딕" pitchFamily="48" charset="-127"/>
                          <a:ea typeface="맑은 고딕" pitchFamily="48" charset="-127"/>
                        </a:rPr>
                        <a:t>상품정보</a:t>
                      </a:r>
                      <a:r>
                        <a:rPr kumimoji="0" lang="en-US" sz="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맑은 고딕" pitchFamily="48" charset="-127"/>
                          <a:ea typeface="맑은 고딕" pitchFamily="48" charset="-127"/>
                        </a:rPr>
                        <a:t> </a:t>
                      </a:r>
                    </a:p>
                  </a:txBody>
                  <a:tcPr marL="54000" marR="36000" marT="53136" marB="36000" anchor="ctr" horzOverflow="overflow">
                    <a:lnL>
                      <a:noFill/>
                    </a:lnL>
                    <a:lnR>
                      <a:noFill/>
                    </a:lnR>
                    <a:lnT w="288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6E6E6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350"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3000"/>
                        </a:lnSpc>
                        <a:spcBef>
                          <a:spcPts val="2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맑은 고딕" pitchFamily="48" charset="-127"/>
                          <a:ea typeface="맑은 고딕" pitchFamily="48" charset="-127"/>
                        </a:rPr>
                        <a:t>보험</a:t>
                      </a:r>
                    </a:p>
                  </a:txBody>
                  <a:tcPr marL="54000" marR="36000" marT="53136" marB="36000" anchor="ctr" horzOverflow="overflow">
                    <a:lnL>
                      <a:noFill/>
                    </a:lnL>
                    <a:lnR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3000"/>
                        </a:lnSpc>
                        <a:spcBef>
                          <a:spcPts val="2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en-US" sz="8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맑은 고딕" pitchFamily="48" charset="-127"/>
                          <a:ea typeface="맑은 고딕" pitchFamily="48" charset="-127"/>
                        </a:rPr>
                        <a:t>3</a:t>
                      </a:r>
                      <a:r>
                        <a:rPr kumimoji="0" lang="ko-KR" sz="8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맑은 고딕" pitchFamily="48" charset="-127"/>
                          <a:ea typeface="맑은 고딕" pitchFamily="48" charset="-127"/>
                        </a:rPr>
                        <a:t>년만기</a:t>
                      </a:r>
                    </a:p>
                  </a:txBody>
                  <a:tcPr marL="72000" marR="108000" marT="53136" marB="36000" anchor="ctr" horzOverflow="overflow">
                    <a:lnL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350"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3000"/>
                        </a:lnSpc>
                        <a:spcBef>
                          <a:spcPts val="2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맑은 고딕" pitchFamily="48" charset="-127"/>
                          <a:ea typeface="맑은 고딕" pitchFamily="48" charset="-127"/>
                        </a:rPr>
                        <a:t>납입기간</a:t>
                      </a:r>
                    </a:p>
                  </a:txBody>
                  <a:tcPr marL="54000" marR="36000" marT="53136" marB="36000" anchor="ctr" horzOverflow="overflow">
                    <a:lnL>
                      <a:noFill/>
                    </a:lnL>
                    <a:lnR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3000"/>
                        </a:lnSpc>
                        <a:spcBef>
                          <a:spcPts val="2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en-US" sz="8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맑은 고딕" pitchFamily="48" charset="-127"/>
                          <a:ea typeface="맑은 고딕" pitchFamily="48" charset="-127"/>
                        </a:rPr>
                        <a:t>3</a:t>
                      </a:r>
                      <a:r>
                        <a:rPr kumimoji="0" lang="ko-KR" sz="8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맑은 고딕" pitchFamily="48" charset="-127"/>
                          <a:ea typeface="맑은 고딕" pitchFamily="48" charset="-127"/>
                        </a:rPr>
                        <a:t>년납</a:t>
                      </a:r>
                    </a:p>
                  </a:txBody>
                  <a:tcPr marL="72000" marR="108000" marT="53136" marB="36000" anchor="ctr" horzOverflow="overflow">
                    <a:lnL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6225"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3000"/>
                        </a:lnSpc>
                        <a:spcBef>
                          <a:spcPts val="2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맑은 고딕" pitchFamily="48" charset="-127"/>
                          <a:ea typeface="맑은 고딕" pitchFamily="48" charset="-127"/>
                        </a:rPr>
                        <a:t>가입금액</a:t>
                      </a:r>
                    </a:p>
                  </a:txBody>
                  <a:tcPr marL="54000" marR="36000" marT="53136" marB="36000" anchor="ctr" horzOverflow="overflow">
                    <a:lnL>
                      <a:noFill/>
                    </a:lnL>
                    <a:lnR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3000"/>
                        </a:lnSpc>
                        <a:spcBef>
                          <a:spcPts val="2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endParaRPr kumimoji="0" lang="en-US" sz="8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itchFamily="48" charset="-127"/>
                        <a:ea typeface="맑은 고딕" pitchFamily="48" charset="-127"/>
                      </a:endParaRPr>
                    </a:p>
                  </a:txBody>
                  <a:tcPr marL="72000" marR="108000" marT="53136" marB="36000" anchor="ctr" horzOverflow="overflow">
                    <a:lnL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9" name="AutoShape 74"/>
          <p:cNvSpPr>
            <a:spLocks noChangeArrowheads="1"/>
          </p:cNvSpPr>
          <p:nvPr/>
        </p:nvSpPr>
        <p:spPr bwMode="auto">
          <a:xfrm>
            <a:off x="1282700" y="5827737"/>
            <a:ext cx="1066800" cy="2159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360">
            <a:solidFill>
              <a:srgbClr val="7F7F7F"/>
            </a:solidFill>
            <a:miter lim="800000"/>
            <a:headEnd/>
            <a:tailEnd/>
          </a:ln>
        </p:spPr>
        <p:txBody>
          <a:bodyPr lIns="36000" tIns="18000" rIns="36000" bIns="0" anchor="ctr"/>
          <a:lstStyle>
            <a:lvl1pPr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r" eaLnBrk="1" hangingPunct="1"/>
            <a:r>
              <a:rPr lang="en-US" altLang="ko-KR" sz="800" b="1">
                <a:solidFill>
                  <a:srgbClr val="000000"/>
                </a:solidFill>
                <a:latin typeface="맑은 고딕" pitchFamily="50" charset="-127"/>
                <a:ea typeface="맑은 고딕" pitchFamily="50" charset="-127"/>
              </a:rPr>
              <a:t> </a:t>
            </a:r>
            <a:r>
              <a:rPr lang="ko-KR" altLang="ko-KR" sz="800" b="1">
                <a:solidFill>
                  <a:srgbClr val="000000"/>
                </a:solidFill>
                <a:latin typeface="맑은 고딕" pitchFamily="50" charset="-127"/>
                <a:ea typeface="맑은 고딕" pitchFamily="50" charset="-127"/>
              </a:rPr>
              <a:t>만원</a:t>
            </a:r>
          </a:p>
        </p:txBody>
      </p:sp>
      <p:sp>
        <p:nvSpPr>
          <p:cNvPr id="50" name="Text Box 75"/>
          <p:cNvSpPr txBox="1">
            <a:spLocks noChangeArrowheads="1"/>
          </p:cNvSpPr>
          <p:nvPr/>
        </p:nvSpPr>
        <p:spPr bwMode="auto">
          <a:xfrm>
            <a:off x="1204913" y="4699025"/>
            <a:ext cx="674687" cy="215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lIns="90000" tIns="46800" rIns="90000" bIns="46800">
            <a:spAutoFit/>
          </a:bodyPr>
          <a:lstStyle>
            <a:lvl1pPr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/>
            <a:r>
              <a:rPr lang="en-US" altLang="ko-KR" sz="800">
                <a:solidFill>
                  <a:srgbClr val="000000"/>
                </a:solidFill>
                <a:latin typeface="맑은 고딕" pitchFamily="50" charset="-127"/>
                <a:ea typeface="맑은 고딕" pitchFamily="50" charset="-127"/>
              </a:rPr>
              <a:t>……… n</a:t>
            </a:r>
            <a:r>
              <a:rPr lang="ko-KR" altLang="ko-KR" sz="800">
                <a:solidFill>
                  <a:srgbClr val="000000"/>
                </a:solidFill>
                <a:latin typeface="맑은 고딕" pitchFamily="50" charset="-127"/>
                <a:ea typeface="맑은 고딕" pitchFamily="50" charset="-127"/>
              </a:rPr>
              <a:t>개</a:t>
            </a:r>
          </a:p>
        </p:txBody>
      </p:sp>
      <p:grpSp>
        <p:nvGrpSpPr>
          <p:cNvPr id="51" name="Group 76"/>
          <p:cNvGrpSpPr>
            <a:grpSpLocks/>
          </p:cNvGrpSpPr>
          <p:nvPr/>
        </p:nvGrpSpPr>
        <p:grpSpPr bwMode="auto">
          <a:xfrm>
            <a:off x="592138" y="6076975"/>
            <a:ext cx="1835150" cy="276225"/>
            <a:chOff x="463" y="3702"/>
            <a:chExt cx="1156" cy="174"/>
          </a:xfrm>
        </p:grpSpPr>
        <p:sp>
          <p:nvSpPr>
            <p:cNvPr id="52" name="Rectangle 77"/>
            <p:cNvSpPr>
              <a:spLocks noChangeArrowheads="1"/>
            </p:cNvSpPr>
            <p:nvPr/>
          </p:nvSpPr>
          <p:spPr bwMode="auto">
            <a:xfrm>
              <a:off x="463" y="3702"/>
              <a:ext cx="1156" cy="174"/>
            </a:xfrm>
            <a:prstGeom prst="rect">
              <a:avLst/>
            </a:prstGeom>
            <a:solidFill>
              <a:srgbClr val="26262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 kumimoji="1" sz="1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1pPr>
              <a:lvl2pPr marL="742950" indent="-285750" eaLnBrk="0" hangingPunct="0">
                <a:defRPr kumimoji="1" sz="1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2pPr>
              <a:lvl3pPr marL="1143000" indent="-228600" eaLnBrk="0" hangingPunct="0">
                <a:defRPr kumimoji="1" sz="1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3pPr>
              <a:lvl4pPr marL="1600200" indent="-228600" eaLnBrk="0" hangingPunct="0">
                <a:defRPr kumimoji="1" sz="1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4pPr>
              <a:lvl5pPr marL="2057400" indent="-228600" eaLnBrk="0" hangingPunct="0">
                <a:defRPr kumimoji="1" sz="1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1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1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1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1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9pPr>
            </a:lstStyle>
            <a:p>
              <a:pPr eaLnBrk="1" hangingPunct="1"/>
              <a:endParaRPr lang="ko-KR" altLang="en-US"/>
            </a:p>
          </p:txBody>
        </p:sp>
        <p:sp>
          <p:nvSpPr>
            <p:cNvPr id="53" name="AutoShape 78"/>
            <p:cNvSpPr>
              <a:spLocks noChangeArrowheads="1"/>
            </p:cNvSpPr>
            <p:nvPr/>
          </p:nvSpPr>
          <p:spPr bwMode="auto">
            <a:xfrm>
              <a:off x="475" y="3710"/>
              <a:ext cx="225" cy="158"/>
            </a:xfrm>
            <a:prstGeom prst="roundRect">
              <a:avLst>
                <a:gd name="adj" fmla="val 16667"/>
              </a:avLst>
            </a:prstGeom>
            <a:solidFill>
              <a:srgbClr val="262626"/>
            </a:solidFill>
            <a:ln w="9360">
              <a:solidFill>
                <a:srgbClr val="262626"/>
              </a:solidFill>
              <a:miter lim="800000"/>
              <a:headEnd/>
              <a:tailEnd/>
            </a:ln>
          </p:spPr>
          <p:txBody>
            <a:bodyPr lIns="0" tIns="18000" rIns="0" bIns="7200" anchor="b" anchorCtr="1"/>
            <a:lstStyle>
              <a:lvl1pPr eaLnBrk="0" hangingPunct="0"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kumimoji="1" sz="1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1pPr>
              <a:lvl2pPr marL="742950" indent="-285750" eaLnBrk="0" hangingPunct="0"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kumimoji="1" sz="1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2pPr>
              <a:lvl3pPr marL="1143000" indent="-228600" eaLnBrk="0" hangingPunct="0"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kumimoji="1" sz="1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3pPr>
              <a:lvl4pPr marL="1600200" indent="-228600" eaLnBrk="0" hangingPunct="0"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kumimoji="1" sz="1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4pPr>
              <a:lvl5pPr marL="2057400" indent="-228600" eaLnBrk="0" hangingPunct="0"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kumimoji="1" sz="1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kumimoji="1" sz="1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kumimoji="1" sz="1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kumimoji="1" sz="1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kumimoji="1" sz="1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9pPr>
            </a:lstStyle>
            <a:p>
              <a:pPr algn="ctr" eaLnBrk="1" hangingPunct="1"/>
              <a:r>
                <a:rPr lang="en-US" altLang="ko-KR" sz="600">
                  <a:solidFill>
                    <a:srgbClr val="FFFFFF"/>
                  </a:solidFill>
                  <a:ea typeface="맑은 고딕" pitchFamily="50" charset="-127"/>
                </a:rPr>
                <a:t>HOME</a:t>
              </a:r>
            </a:p>
          </p:txBody>
        </p:sp>
        <p:sp>
          <p:nvSpPr>
            <p:cNvPr id="54" name="Oval 79"/>
            <p:cNvSpPr>
              <a:spLocks noChangeArrowheads="1"/>
            </p:cNvSpPr>
            <p:nvPr/>
          </p:nvSpPr>
          <p:spPr bwMode="auto">
            <a:xfrm>
              <a:off x="554" y="3730"/>
              <a:ext cx="67" cy="64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 kumimoji="1" sz="1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1pPr>
              <a:lvl2pPr marL="742950" indent="-285750" eaLnBrk="0" hangingPunct="0">
                <a:defRPr kumimoji="1" sz="1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2pPr>
              <a:lvl3pPr marL="1143000" indent="-228600" eaLnBrk="0" hangingPunct="0">
                <a:defRPr kumimoji="1" sz="1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3pPr>
              <a:lvl4pPr marL="1600200" indent="-228600" eaLnBrk="0" hangingPunct="0">
                <a:defRPr kumimoji="1" sz="1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4pPr>
              <a:lvl5pPr marL="2057400" indent="-228600" eaLnBrk="0" hangingPunct="0">
                <a:defRPr kumimoji="1" sz="1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1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1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1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1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9pPr>
            </a:lstStyle>
            <a:p>
              <a:pPr eaLnBrk="1" hangingPunct="1"/>
              <a:endParaRPr lang="ko-KR" altLang="en-US"/>
            </a:p>
          </p:txBody>
        </p:sp>
        <p:grpSp>
          <p:nvGrpSpPr>
            <p:cNvPr id="55" name="Group 80"/>
            <p:cNvGrpSpPr>
              <a:grpSpLocks/>
            </p:cNvGrpSpPr>
            <p:nvPr/>
          </p:nvGrpSpPr>
          <p:grpSpPr bwMode="auto">
            <a:xfrm>
              <a:off x="701" y="3710"/>
              <a:ext cx="225" cy="158"/>
              <a:chOff x="701" y="3710"/>
              <a:chExt cx="225" cy="158"/>
            </a:xfrm>
          </p:grpSpPr>
          <p:sp>
            <p:nvSpPr>
              <p:cNvPr id="66" name="AutoShape 81"/>
              <p:cNvSpPr>
                <a:spLocks noChangeArrowheads="1"/>
              </p:cNvSpPr>
              <p:nvPr/>
            </p:nvSpPr>
            <p:spPr bwMode="auto">
              <a:xfrm>
                <a:off x="701" y="3710"/>
                <a:ext cx="225" cy="158"/>
              </a:xfrm>
              <a:prstGeom prst="roundRect">
                <a:avLst>
                  <a:gd name="adj" fmla="val 16667"/>
                </a:avLst>
              </a:prstGeom>
              <a:solidFill>
                <a:srgbClr val="262626"/>
              </a:solidFill>
              <a:ln w="9360">
                <a:solidFill>
                  <a:srgbClr val="262626"/>
                </a:solidFill>
                <a:miter lim="800000"/>
                <a:headEnd/>
                <a:tailEnd/>
              </a:ln>
            </p:spPr>
            <p:txBody>
              <a:bodyPr lIns="0" tIns="18000" rIns="0" bIns="7200" anchor="b" anchorCtr="1"/>
              <a:lstStyle>
                <a:lvl1pPr eaLnBrk="0" hangingPunct="0"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1pPr>
                <a:lvl2pPr marL="742950" indent="-285750" eaLnBrk="0" hangingPunct="0"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2pPr>
                <a:lvl3pPr marL="1143000" indent="-228600" eaLnBrk="0" hangingPunct="0"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3pPr>
                <a:lvl4pPr marL="1600200" indent="-228600" eaLnBrk="0" hangingPunct="0"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4pPr>
                <a:lvl5pPr marL="2057400" indent="-228600" eaLnBrk="0" hangingPunct="0"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9pPr>
              </a:lstStyle>
              <a:p>
                <a:pPr algn="ctr" eaLnBrk="1" hangingPunct="1"/>
                <a:r>
                  <a:rPr lang="ko-KR" altLang="ko-KR" sz="600">
                    <a:solidFill>
                      <a:srgbClr val="FFFFFF"/>
                    </a:solidFill>
                    <a:ea typeface="맑은 고딕" pitchFamily="50" charset="-127"/>
                  </a:rPr>
                  <a:t>공지사항</a:t>
                </a:r>
              </a:p>
            </p:txBody>
          </p:sp>
          <p:sp>
            <p:nvSpPr>
              <p:cNvPr id="67" name="Oval 82"/>
              <p:cNvSpPr>
                <a:spLocks noChangeArrowheads="1"/>
              </p:cNvSpPr>
              <p:nvPr/>
            </p:nvSpPr>
            <p:spPr bwMode="auto">
              <a:xfrm>
                <a:off x="781" y="3730"/>
                <a:ext cx="67" cy="64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 eaLnBrk="0" hangingPunct="0"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1pPr>
                <a:lvl2pPr marL="742950" indent="-285750" eaLnBrk="0" hangingPunct="0"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2pPr>
                <a:lvl3pPr marL="1143000" indent="-228600" eaLnBrk="0" hangingPunct="0"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3pPr>
                <a:lvl4pPr marL="1600200" indent="-228600" eaLnBrk="0" hangingPunct="0"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4pPr>
                <a:lvl5pPr marL="2057400" indent="-228600" eaLnBrk="0" hangingPunct="0"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9pPr>
              </a:lstStyle>
              <a:p>
                <a:pPr eaLnBrk="1" hangingPunct="1"/>
                <a:endParaRPr lang="ko-KR" altLang="en-US"/>
              </a:p>
            </p:txBody>
          </p:sp>
        </p:grpSp>
        <p:grpSp>
          <p:nvGrpSpPr>
            <p:cNvPr id="56" name="Group 83"/>
            <p:cNvGrpSpPr>
              <a:grpSpLocks/>
            </p:cNvGrpSpPr>
            <p:nvPr/>
          </p:nvGrpSpPr>
          <p:grpSpPr bwMode="auto">
            <a:xfrm>
              <a:off x="927" y="3710"/>
              <a:ext cx="225" cy="158"/>
              <a:chOff x="927" y="3710"/>
              <a:chExt cx="225" cy="158"/>
            </a:xfrm>
          </p:grpSpPr>
          <p:sp>
            <p:nvSpPr>
              <p:cNvPr id="64" name="AutoShape 84"/>
              <p:cNvSpPr>
                <a:spLocks noChangeArrowheads="1"/>
              </p:cNvSpPr>
              <p:nvPr/>
            </p:nvSpPr>
            <p:spPr bwMode="auto">
              <a:xfrm>
                <a:off x="927" y="3710"/>
                <a:ext cx="225" cy="158"/>
              </a:xfrm>
              <a:prstGeom prst="roundRect">
                <a:avLst>
                  <a:gd name="adj" fmla="val 16667"/>
                </a:avLst>
              </a:prstGeom>
              <a:solidFill>
                <a:srgbClr val="262626"/>
              </a:solidFill>
              <a:ln w="9360">
                <a:solidFill>
                  <a:srgbClr val="262626"/>
                </a:solidFill>
                <a:miter lim="800000"/>
                <a:headEnd/>
                <a:tailEnd/>
              </a:ln>
            </p:spPr>
            <p:txBody>
              <a:bodyPr lIns="0" tIns="18000" rIns="0" bIns="7200" anchor="b" anchorCtr="1"/>
              <a:lstStyle>
                <a:lvl1pPr eaLnBrk="0" hangingPunct="0"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1pPr>
                <a:lvl2pPr marL="742950" indent="-285750" eaLnBrk="0" hangingPunct="0"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2pPr>
                <a:lvl3pPr marL="1143000" indent="-228600" eaLnBrk="0" hangingPunct="0"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3pPr>
                <a:lvl4pPr marL="1600200" indent="-228600" eaLnBrk="0" hangingPunct="0"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4pPr>
                <a:lvl5pPr marL="2057400" indent="-228600" eaLnBrk="0" hangingPunct="0"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9pPr>
              </a:lstStyle>
              <a:p>
                <a:pPr algn="ctr" eaLnBrk="1" hangingPunct="1"/>
                <a:r>
                  <a:rPr lang="ko-KR" altLang="ko-KR" sz="500">
                    <a:solidFill>
                      <a:srgbClr val="FFFFFF"/>
                    </a:solidFill>
                    <a:ea typeface="맑은 고딕" pitchFamily="50" charset="-127"/>
                  </a:rPr>
                  <a:t>헬프데스크</a:t>
                </a:r>
              </a:p>
            </p:txBody>
          </p:sp>
          <p:sp>
            <p:nvSpPr>
              <p:cNvPr id="65" name="Oval 85"/>
              <p:cNvSpPr>
                <a:spLocks noChangeArrowheads="1"/>
              </p:cNvSpPr>
              <p:nvPr/>
            </p:nvSpPr>
            <p:spPr bwMode="auto">
              <a:xfrm>
                <a:off x="1000" y="3730"/>
                <a:ext cx="67" cy="64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 eaLnBrk="0" hangingPunct="0"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1pPr>
                <a:lvl2pPr marL="742950" indent="-285750" eaLnBrk="0" hangingPunct="0"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2pPr>
                <a:lvl3pPr marL="1143000" indent="-228600" eaLnBrk="0" hangingPunct="0"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3pPr>
                <a:lvl4pPr marL="1600200" indent="-228600" eaLnBrk="0" hangingPunct="0"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4pPr>
                <a:lvl5pPr marL="2057400" indent="-228600" eaLnBrk="0" hangingPunct="0"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9pPr>
              </a:lstStyle>
              <a:p>
                <a:pPr eaLnBrk="1" hangingPunct="1"/>
                <a:endParaRPr lang="ko-KR" altLang="en-US"/>
              </a:p>
            </p:txBody>
          </p:sp>
        </p:grpSp>
        <p:grpSp>
          <p:nvGrpSpPr>
            <p:cNvPr id="57" name="Group 86"/>
            <p:cNvGrpSpPr>
              <a:grpSpLocks/>
            </p:cNvGrpSpPr>
            <p:nvPr/>
          </p:nvGrpSpPr>
          <p:grpSpPr bwMode="auto">
            <a:xfrm>
              <a:off x="1380" y="3710"/>
              <a:ext cx="225" cy="158"/>
              <a:chOff x="1380" y="3710"/>
              <a:chExt cx="225" cy="158"/>
            </a:xfrm>
          </p:grpSpPr>
          <p:sp>
            <p:nvSpPr>
              <p:cNvPr id="62" name="AutoShape 87"/>
              <p:cNvSpPr>
                <a:spLocks noChangeArrowheads="1"/>
              </p:cNvSpPr>
              <p:nvPr/>
            </p:nvSpPr>
            <p:spPr bwMode="auto">
              <a:xfrm>
                <a:off x="1380" y="3710"/>
                <a:ext cx="225" cy="158"/>
              </a:xfrm>
              <a:prstGeom prst="roundRect">
                <a:avLst>
                  <a:gd name="adj" fmla="val 16667"/>
                </a:avLst>
              </a:prstGeom>
              <a:solidFill>
                <a:srgbClr val="262626"/>
              </a:solidFill>
              <a:ln w="9360">
                <a:solidFill>
                  <a:srgbClr val="262626"/>
                </a:solidFill>
                <a:miter lim="800000"/>
                <a:headEnd/>
                <a:tailEnd/>
              </a:ln>
            </p:spPr>
            <p:txBody>
              <a:bodyPr lIns="0" tIns="18000" rIns="0" bIns="7200" anchor="b" anchorCtr="1"/>
              <a:lstStyle>
                <a:lvl1pPr eaLnBrk="0" hangingPunct="0"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1pPr>
                <a:lvl2pPr marL="742950" indent="-285750" eaLnBrk="0" hangingPunct="0"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2pPr>
                <a:lvl3pPr marL="1143000" indent="-228600" eaLnBrk="0" hangingPunct="0"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3pPr>
                <a:lvl4pPr marL="1600200" indent="-228600" eaLnBrk="0" hangingPunct="0"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4pPr>
                <a:lvl5pPr marL="2057400" indent="-228600" eaLnBrk="0" hangingPunct="0"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9pPr>
              </a:lstStyle>
              <a:p>
                <a:pPr algn="ctr" eaLnBrk="1" hangingPunct="1"/>
                <a:r>
                  <a:rPr lang="ko-KR" altLang="ko-KR" sz="600">
                    <a:solidFill>
                      <a:srgbClr val="FFFFFF"/>
                    </a:solidFill>
                    <a:ea typeface="맑은 고딕" pitchFamily="50" charset="-127"/>
                  </a:rPr>
                  <a:t>종료</a:t>
                </a:r>
              </a:p>
            </p:txBody>
          </p:sp>
          <p:sp>
            <p:nvSpPr>
              <p:cNvPr id="63" name="Oval 88"/>
              <p:cNvSpPr>
                <a:spLocks noChangeArrowheads="1"/>
              </p:cNvSpPr>
              <p:nvPr/>
            </p:nvSpPr>
            <p:spPr bwMode="auto">
              <a:xfrm>
                <a:off x="1456" y="3730"/>
                <a:ext cx="67" cy="64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 eaLnBrk="0" hangingPunct="0"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1pPr>
                <a:lvl2pPr marL="742950" indent="-285750" eaLnBrk="0" hangingPunct="0"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2pPr>
                <a:lvl3pPr marL="1143000" indent="-228600" eaLnBrk="0" hangingPunct="0"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3pPr>
                <a:lvl4pPr marL="1600200" indent="-228600" eaLnBrk="0" hangingPunct="0"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4pPr>
                <a:lvl5pPr marL="2057400" indent="-228600" eaLnBrk="0" hangingPunct="0"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9pPr>
              </a:lstStyle>
              <a:p>
                <a:pPr eaLnBrk="1" hangingPunct="1"/>
                <a:endParaRPr lang="ko-KR" altLang="en-US"/>
              </a:p>
            </p:txBody>
          </p:sp>
        </p:grpSp>
        <p:grpSp>
          <p:nvGrpSpPr>
            <p:cNvPr id="58" name="Group 89"/>
            <p:cNvGrpSpPr>
              <a:grpSpLocks/>
            </p:cNvGrpSpPr>
            <p:nvPr/>
          </p:nvGrpSpPr>
          <p:grpSpPr bwMode="auto">
            <a:xfrm>
              <a:off x="1154" y="3710"/>
              <a:ext cx="225" cy="158"/>
              <a:chOff x="1154" y="3710"/>
              <a:chExt cx="225" cy="158"/>
            </a:xfrm>
          </p:grpSpPr>
          <p:sp>
            <p:nvSpPr>
              <p:cNvPr id="59" name="AutoShape 90"/>
              <p:cNvSpPr>
                <a:spLocks noChangeArrowheads="1"/>
              </p:cNvSpPr>
              <p:nvPr/>
            </p:nvSpPr>
            <p:spPr bwMode="auto">
              <a:xfrm>
                <a:off x="1154" y="3710"/>
                <a:ext cx="225" cy="158"/>
              </a:xfrm>
              <a:prstGeom prst="roundRect">
                <a:avLst>
                  <a:gd name="adj" fmla="val 16667"/>
                </a:avLst>
              </a:prstGeom>
              <a:solidFill>
                <a:srgbClr val="262626"/>
              </a:solidFill>
              <a:ln w="9360">
                <a:solidFill>
                  <a:srgbClr val="262626"/>
                </a:solidFill>
                <a:miter lim="800000"/>
                <a:headEnd/>
                <a:tailEnd/>
              </a:ln>
            </p:spPr>
            <p:txBody>
              <a:bodyPr lIns="0" tIns="18000" rIns="0" bIns="7200" anchor="b" anchorCtr="1"/>
              <a:lstStyle>
                <a:lvl1pPr eaLnBrk="0" hangingPunct="0"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1pPr>
                <a:lvl2pPr marL="742950" indent="-285750" eaLnBrk="0" hangingPunct="0"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2pPr>
                <a:lvl3pPr marL="1143000" indent="-228600" eaLnBrk="0" hangingPunct="0"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3pPr>
                <a:lvl4pPr marL="1600200" indent="-228600" eaLnBrk="0" hangingPunct="0"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4pPr>
                <a:lvl5pPr marL="2057400" indent="-228600" eaLnBrk="0" hangingPunct="0"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9pPr>
              </a:lstStyle>
              <a:p>
                <a:pPr algn="ctr" eaLnBrk="1" hangingPunct="1"/>
                <a:r>
                  <a:rPr lang="ko-KR" altLang="ko-KR" sz="600">
                    <a:solidFill>
                      <a:srgbClr val="FFFFFF"/>
                    </a:solidFill>
                    <a:ea typeface="맑은 고딕" pitchFamily="50" charset="-127"/>
                  </a:rPr>
                  <a:t>전체메뉴</a:t>
                </a:r>
              </a:p>
            </p:txBody>
          </p:sp>
          <p:sp>
            <p:nvSpPr>
              <p:cNvPr id="60" name="Oval 91"/>
              <p:cNvSpPr>
                <a:spLocks noChangeArrowheads="1"/>
              </p:cNvSpPr>
              <p:nvPr/>
            </p:nvSpPr>
            <p:spPr bwMode="auto">
              <a:xfrm>
                <a:off x="1227" y="3730"/>
                <a:ext cx="67" cy="64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 eaLnBrk="0" hangingPunct="0"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1pPr>
                <a:lvl2pPr marL="742950" indent="-285750" eaLnBrk="0" hangingPunct="0"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2pPr>
                <a:lvl3pPr marL="1143000" indent="-228600" eaLnBrk="0" hangingPunct="0"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3pPr>
                <a:lvl4pPr marL="1600200" indent="-228600" eaLnBrk="0" hangingPunct="0"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4pPr>
                <a:lvl5pPr marL="2057400" indent="-228600" eaLnBrk="0" hangingPunct="0"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9pPr>
              </a:lstStyle>
              <a:p>
                <a:pPr eaLnBrk="1" hangingPunct="1"/>
                <a:endParaRPr lang="ko-KR" altLang="en-US"/>
              </a:p>
            </p:txBody>
          </p:sp>
        </p:grpSp>
      </p:grpSp>
      <p:sp>
        <p:nvSpPr>
          <p:cNvPr id="68" name="AutoShape 92"/>
          <p:cNvSpPr>
            <a:spLocks noChangeArrowheads="1"/>
          </p:cNvSpPr>
          <p:nvPr/>
        </p:nvSpPr>
        <p:spPr bwMode="auto">
          <a:xfrm>
            <a:off x="1292225" y="4425975"/>
            <a:ext cx="1066800" cy="215900"/>
          </a:xfrm>
          <a:prstGeom prst="roundRect">
            <a:avLst>
              <a:gd name="adj" fmla="val 16667"/>
            </a:avLst>
          </a:prstGeom>
          <a:solidFill>
            <a:srgbClr val="D9D9D9"/>
          </a:solidFill>
          <a:ln w="9360">
            <a:solidFill>
              <a:srgbClr val="A6A6A6"/>
            </a:solidFill>
            <a:miter lim="800000"/>
            <a:headEnd/>
            <a:tailEnd/>
          </a:ln>
        </p:spPr>
        <p:txBody>
          <a:bodyPr lIns="36000" tIns="0" rIns="36000" bIns="0" anchor="ctr"/>
          <a:lstStyle>
            <a:lvl1pPr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r" eaLnBrk="1" hangingPunct="1"/>
            <a:r>
              <a:rPr lang="ko-KR" altLang="ko-KR" sz="800" b="1">
                <a:solidFill>
                  <a:srgbClr val="7F7F7F"/>
                </a:solidFill>
                <a:latin typeface="맑은 고딕" pitchFamily="50" charset="-127"/>
                <a:ea typeface="맑은 고딕" pitchFamily="50" charset="-127"/>
              </a:rPr>
              <a:t>만원</a:t>
            </a:r>
          </a:p>
        </p:txBody>
      </p:sp>
      <p:sp>
        <p:nvSpPr>
          <p:cNvPr id="69" name="AutoShape 93"/>
          <p:cNvSpPr>
            <a:spLocks noChangeArrowheads="1"/>
          </p:cNvSpPr>
          <p:nvPr/>
        </p:nvSpPr>
        <p:spPr bwMode="auto">
          <a:xfrm>
            <a:off x="1292225" y="4168800"/>
            <a:ext cx="1066800" cy="2159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360">
            <a:solidFill>
              <a:srgbClr val="7F7F7F"/>
            </a:solidFill>
            <a:miter lim="800000"/>
            <a:headEnd/>
            <a:tailEnd/>
          </a:ln>
        </p:spPr>
        <p:txBody>
          <a:bodyPr lIns="36000" tIns="0" rIns="36000" bIns="0" anchor="ctr"/>
          <a:lstStyle>
            <a:lvl1pPr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r" eaLnBrk="1" hangingPunct="1"/>
            <a:r>
              <a:rPr lang="en-US" altLang="ko-KR" sz="800">
                <a:solidFill>
                  <a:srgbClr val="000000"/>
                </a:solidFill>
                <a:latin typeface="맑은 고딕" pitchFamily="50" charset="-127"/>
                <a:ea typeface="맑은 고딕" pitchFamily="50" charset="-127"/>
              </a:rPr>
              <a:t>15</a:t>
            </a:r>
            <a:r>
              <a:rPr lang="ko-KR" altLang="ko-KR" sz="800">
                <a:solidFill>
                  <a:srgbClr val="000000"/>
                </a:solidFill>
                <a:latin typeface="맑은 고딕" pitchFamily="50" charset="-127"/>
                <a:ea typeface="맑은 고딕" pitchFamily="50" charset="-127"/>
              </a:rPr>
              <a:t>년납▼</a:t>
            </a:r>
          </a:p>
        </p:txBody>
      </p:sp>
      <p:grpSp>
        <p:nvGrpSpPr>
          <p:cNvPr id="70" name="Group 94"/>
          <p:cNvGrpSpPr>
            <a:grpSpLocks/>
          </p:cNvGrpSpPr>
          <p:nvPr/>
        </p:nvGrpSpPr>
        <p:grpSpPr bwMode="auto">
          <a:xfrm>
            <a:off x="163513" y="2247925"/>
            <a:ext cx="387350" cy="1874837"/>
            <a:chOff x="193" y="1290"/>
            <a:chExt cx="244" cy="1181"/>
          </a:xfrm>
        </p:grpSpPr>
        <p:sp>
          <p:nvSpPr>
            <p:cNvPr id="71" name="Text Box 95"/>
            <p:cNvSpPr txBox="1">
              <a:spLocks noChangeArrowheads="1"/>
            </p:cNvSpPr>
            <p:nvPr/>
          </p:nvSpPr>
          <p:spPr bwMode="auto">
            <a:xfrm>
              <a:off x="193" y="1797"/>
              <a:ext cx="159" cy="15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lIns="0" tIns="0" rIns="0" bIns="0" anchor="ctr">
              <a:spAutoFit/>
            </a:bodyPr>
            <a:lstStyle>
              <a:lvl1pPr eaLnBrk="0" hangingPunct="0"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kumimoji="1" sz="1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1pPr>
              <a:lvl2pPr marL="742950" indent="-285750" eaLnBrk="0" hangingPunct="0"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kumimoji="1" sz="1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2pPr>
              <a:lvl3pPr marL="1143000" indent="-228600" eaLnBrk="0" hangingPunct="0"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kumimoji="1" sz="1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3pPr>
              <a:lvl4pPr marL="1600200" indent="-228600" eaLnBrk="0" hangingPunct="0"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kumimoji="1" sz="1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4pPr>
              <a:lvl5pPr marL="2057400" indent="-228600" eaLnBrk="0" hangingPunct="0"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kumimoji="1" sz="1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kumimoji="1" sz="1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kumimoji="1" sz="1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kumimoji="1" sz="1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kumimoji="1" sz="1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9pPr>
            </a:lstStyle>
            <a:p>
              <a:pPr algn="r" eaLnBrk="1" hangingPunct="1"/>
              <a:r>
                <a:rPr lang="en-US" altLang="ko-KR" sz="800">
                  <a:solidFill>
                    <a:srgbClr val="000000"/>
                  </a:solidFill>
                  <a:latin typeface="Trebuchet MS" pitchFamily="34" charset="0"/>
                  <a:ea typeface="맑은 고딕" pitchFamily="50" charset="-127"/>
                </a:rPr>
                <a:t>Scroll</a:t>
              </a:r>
            </a:p>
            <a:p>
              <a:pPr algn="r" eaLnBrk="1" hangingPunct="1"/>
              <a:r>
                <a:rPr lang="ko-KR" altLang="ko-KR" sz="800">
                  <a:solidFill>
                    <a:srgbClr val="000000"/>
                  </a:solidFill>
                  <a:latin typeface="Trebuchet MS" pitchFamily="34" charset="0"/>
                  <a:ea typeface="맑은 고딕" pitchFamily="50" charset="-127"/>
                </a:rPr>
                <a:t>영역</a:t>
              </a:r>
            </a:p>
          </p:txBody>
        </p:sp>
        <p:sp>
          <p:nvSpPr>
            <p:cNvPr id="72" name="Line 96"/>
            <p:cNvSpPr>
              <a:spLocks noChangeShapeType="1"/>
            </p:cNvSpPr>
            <p:nvPr/>
          </p:nvSpPr>
          <p:spPr bwMode="auto">
            <a:xfrm>
              <a:off x="371" y="1291"/>
              <a:ext cx="0" cy="1171"/>
            </a:xfrm>
            <a:prstGeom prst="line">
              <a:avLst/>
            </a:prstGeom>
            <a:noFill/>
            <a:ln w="9360">
              <a:solidFill>
                <a:srgbClr val="7F7F7F"/>
              </a:solidFill>
              <a:miter lim="800000"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3" name="Line 97"/>
            <p:cNvSpPr>
              <a:spLocks noChangeShapeType="1"/>
            </p:cNvSpPr>
            <p:nvPr/>
          </p:nvSpPr>
          <p:spPr bwMode="auto">
            <a:xfrm>
              <a:off x="305" y="2472"/>
              <a:ext cx="132" cy="0"/>
            </a:xfrm>
            <a:prstGeom prst="line">
              <a:avLst/>
            </a:prstGeom>
            <a:noFill/>
            <a:ln w="9360">
              <a:solidFill>
                <a:srgbClr val="D9D9D9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4" name="Line 98"/>
            <p:cNvSpPr>
              <a:spLocks noChangeShapeType="1"/>
            </p:cNvSpPr>
            <p:nvPr/>
          </p:nvSpPr>
          <p:spPr bwMode="auto">
            <a:xfrm>
              <a:off x="305" y="1290"/>
              <a:ext cx="132" cy="0"/>
            </a:xfrm>
            <a:prstGeom prst="line">
              <a:avLst/>
            </a:prstGeom>
            <a:noFill/>
            <a:ln w="9360">
              <a:solidFill>
                <a:srgbClr val="D9D9D9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75" name="Text Box 100"/>
          <p:cNvSpPr txBox="1">
            <a:spLocks noChangeArrowheads="1"/>
          </p:cNvSpPr>
          <p:nvPr/>
        </p:nvSpPr>
        <p:spPr bwMode="auto">
          <a:xfrm>
            <a:off x="80963" y="1216025"/>
            <a:ext cx="9207500" cy="306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 anchor="ctr"/>
          <a:lstStyle>
            <a:lvl1pPr marL="179388" indent="-179388" eaLnBrk="0" hangingPunct="0">
              <a:tabLst>
                <a:tab pos="749300" algn="l"/>
                <a:tab pos="1663700" algn="l"/>
                <a:tab pos="2578100" algn="l"/>
                <a:tab pos="3492500" algn="l"/>
                <a:tab pos="4406900" algn="l"/>
                <a:tab pos="5321300" algn="l"/>
                <a:tab pos="6235700" algn="l"/>
                <a:tab pos="7150100" algn="l"/>
                <a:tab pos="8064500" algn="l"/>
                <a:tab pos="8978900" algn="l"/>
                <a:tab pos="98933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tabLst>
                <a:tab pos="749300" algn="l"/>
                <a:tab pos="1663700" algn="l"/>
                <a:tab pos="2578100" algn="l"/>
                <a:tab pos="3492500" algn="l"/>
                <a:tab pos="4406900" algn="l"/>
                <a:tab pos="5321300" algn="l"/>
                <a:tab pos="6235700" algn="l"/>
                <a:tab pos="7150100" algn="l"/>
                <a:tab pos="8064500" algn="l"/>
                <a:tab pos="8978900" algn="l"/>
                <a:tab pos="98933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tabLst>
                <a:tab pos="749300" algn="l"/>
                <a:tab pos="1663700" algn="l"/>
                <a:tab pos="2578100" algn="l"/>
                <a:tab pos="3492500" algn="l"/>
                <a:tab pos="4406900" algn="l"/>
                <a:tab pos="5321300" algn="l"/>
                <a:tab pos="6235700" algn="l"/>
                <a:tab pos="7150100" algn="l"/>
                <a:tab pos="8064500" algn="l"/>
                <a:tab pos="8978900" algn="l"/>
                <a:tab pos="98933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tabLst>
                <a:tab pos="749300" algn="l"/>
                <a:tab pos="1663700" algn="l"/>
                <a:tab pos="2578100" algn="l"/>
                <a:tab pos="3492500" algn="l"/>
                <a:tab pos="4406900" algn="l"/>
                <a:tab pos="5321300" algn="l"/>
                <a:tab pos="6235700" algn="l"/>
                <a:tab pos="7150100" algn="l"/>
                <a:tab pos="8064500" algn="l"/>
                <a:tab pos="8978900" algn="l"/>
                <a:tab pos="98933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tabLst>
                <a:tab pos="749300" algn="l"/>
                <a:tab pos="1663700" algn="l"/>
                <a:tab pos="2578100" algn="l"/>
                <a:tab pos="3492500" algn="l"/>
                <a:tab pos="4406900" algn="l"/>
                <a:tab pos="5321300" algn="l"/>
                <a:tab pos="6235700" algn="l"/>
                <a:tab pos="7150100" algn="l"/>
                <a:tab pos="8064500" algn="l"/>
                <a:tab pos="8978900" algn="l"/>
                <a:tab pos="98933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749300" algn="l"/>
                <a:tab pos="1663700" algn="l"/>
                <a:tab pos="2578100" algn="l"/>
                <a:tab pos="3492500" algn="l"/>
                <a:tab pos="4406900" algn="l"/>
                <a:tab pos="5321300" algn="l"/>
                <a:tab pos="6235700" algn="l"/>
                <a:tab pos="7150100" algn="l"/>
                <a:tab pos="8064500" algn="l"/>
                <a:tab pos="8978900" algn="l"/>
                <a:tab pos="98933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749300" algn="l"/>
                <a:tab pos="1663700" algn="l"/>
                <a:tab pos="2578100" algn="l"/>
                <a:tab pos="3492500" algn="l"/>
                <a:tab pos="4406900" algn="l"/>
                <a:tab pos="5321300" algn="l"/>
                <a:tab pos="6235700" algn="l"/>
                <a:tab pos="7150100" algn="l"/>
                <a:tab pos="8064500" algn="l"/>
                <a:tab pos="8978900" algn="l"/>
                <a:tab pos="98933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749300" algn="l"/>
                <a:tab pos="1663700" algn="l"/>
                <a:tab pos="2578100" algn="l"/>
                <a:tab pos="3492500" algn="l"/>
                <a:tab pos="4406900" algn="l"/>
                <a:tab pos="5321300" algn="l"/>
                <a:tab pos="6235700" algn="l"/>
                <a:tab pos="7150100" algn="l"/>
                <a:tab pos="8064500" algn="l"/>
                <a:tab pos="8978900" algn="l"/>
                <a:tab pos="98933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749300" algn="l"/>
                <a:tab pos="1663700" algn="l"/>
                <a:tab pos="2578100" algn="l"/>
                <a:tab pos="3492500" algn="l"/>
                <a:tab pos="4406900" algn="l"/>
                <a:tab pos="5321300" algn="l"/>
                <a:tab pos="6235700" algn="l"/>
                <a:tab pos="7150100" algn="l"/>
                <a:tab pos="8064500" algn="l"/>
                <a:tab pos="8978900" algn="l"/>
                <a:tab pos="98933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ts val="350"/>
              </a:spcBef>
              <a:buClr>
                <a:srgbClr val="FF0000"/>
              </a:buClr>
              <a:buFont typeface="Wingdings" pitchFamily="2" charset="2"/>
              <a:buChar char=""/>
            </a:pPr>
            <a:r>
              <a:rPr lang="ko-KR" altLang="en-US" sz="1400" dirty="0">
                <a:solidFill>
                  <a:srgbClr val="000000"/>
                </a:solidFill>
                <a:latin typeface="Trebuchet MS" pitchFamily="34" charset="0"/>
                <a:ea typeface="맑은 고딕" pitchFamily="50" charset="-127"/>
              </a:rPr>
              <a:t>회원가입</a:t>
            </a:r>
            <a:r>
              <a:rPr lang="ko-KR" altLang="ko-KR" sz="1400" dirty="0">
                <a:solidFill>
                  <a:srgbClr val="000000"/>
                </a:solidFill>
                <a:latin typeface="Trebuchet MS" pitchFamily="34" charset="0"/>
                <a:ea typeface="맑은 고딕" pitchFamily="50" charset="-127"/>
              </a:rPr>
              <a:t> </a:t>
            </a:r>
            <a:r>
              <a:rPr lang="ko-KR" altLang="en-US" sz="1400" dirty="0">
                <a:solidFill>
                  <a:srgbClr val="000000"/>
                </a:solidFill>
                <a:latin typeface="Trebuchet MS" pitchFamily="34" charset="0"/>
                <a:ea typeface="맑은 고딕" pitchFamily="50" charset="-127"/>
              </a:rPr>
              <a:t>신청</a:t>
            </a:r>
            <a:r>
              <a:rPr lang="ko-KR" altLang="ko-KR" sz="1400" dirty="0">
                <a:solidFill>
                  <a:srgbClr val="000000"/>
                </a:solidFill>
                <a:latin typeface="Trebuchet MS" pitchFamily="34" charset="0"/>
                <a:ea typeface="맑은 고딕" pitchFamily="50" charset="-127"/>
              </a:rPr>
              <a:t> </a:t>
            </a:r>
            <a:r>
              <a:rPr lang="en-US" altLang="ko-KR" sz="1400" dirty="0">
                <a:solidFill>
                  <a:srgbClr val="000000"/>
                </a:solidFill>
                <a:latin typeface="Trebuchet MS" pitchFamily="34" charset="0"/>
                <a:ea typeface="맑은 고딕" pitchFamily="50" charset="-127"/>
              </a:rPr>
              <a:t>&gt; </a:t>
            </a:r>
            <a:r>
              <a:rPr lang="ko-KR" altLang="en-US" sz="1400" dirty="0">
                <a:solidFill>
                  <a:srgbClr val="000000"/>
                </a:solidFill>
                <a:latin typeface="Trebuchet MS" pitchFamily="34" charset="0"/>
                <a:ea typeface="맑은 고딕" pitchFamily="50" charset="-127"/>
              </a:rPr>
              <a:t>가입 </a:t>
            </a:r>
            <a:r>
              <a:rPr lang="ko-KR" altLang="ko-KR" sz="1400" dirty="0">
                <a:solidFill>
                  <a:srgbClr val="000000"/>
                </a:solidFill>
                <a:latin typeface="Trebuchet MS" pitchFamily="34" charset="0"/>
                <a:ea typeface="맑은 고딕" pitchFamily="50" charset="-127"/>
              </a:rPr>
              <a:t>상품 리스트 </a:t>
            </a:r>
            <a:r>
              <a:rPr lang="en-US" altLang="ko-KR" sz="1400" dirty="0">
                <a:solidFill>
                  <a:srgbClr val="000000"/>
                </a:solidFill>
                <a:latin typeface="Trebuchet MS" pitchFamily="34" charset="0"/>
                <a:ea typeface="맑은 고딕" pitchFamily="50" charset="-127"/>
              </a:rPr>
              <a:t>&gt; </a:t>
            </a:r>
            <a:r>
              <a:rPr lang="ko-KR" altLang="ko-KR" sz="1400" dirty="0">
                <a:solidFill>
                  <a:srgbClr val="000000"/>
                </a:solidFill>
                <a:latin typeface="Trebuchet MS" pitchFamily="34" charset="0"/>
                <a:ea typeface="맑은 고딕" pitchFamily="50" charset="-127"/>
              </a:rPr>
              <a:t>기본 정보 입력</a:t>
            </a:r>
            <a:r>
              <a:rPr lang="en-US" altLang="ko-KR" sz="1400" dirty="0">
                <a:solidFill>
                  <a:srgbClr val="000000"/>
                </a:solidFill>
                <a:latin typeface="Trebuchet MS" pitchFamily="34" charset="0"/>
                <a:ea typeface="맑은 고딕" pitchFamily="50" charset="-127"/>
              </a:rPr>
              <a:t> &gt; </a:t>
            </a:r>
            <a:r>
              <a:rPr lang="ko-KR" altLang="en-US" sz="1400" dirty="0">
                <a:solidFill>
                  <a:srgbClr val="000000"/>
                </a:solidFill>
                <a:latin typeface="Trebuchet MS" pitchFamily="34" charset="0"/>
                <a:ea typeface="맑은 고딕" pitchFamily="50" charset="-127"/>
              </a:rPr>
              <a:t>추가</a:t>
            </a:r>
            <a:r>
              <a:rPr lang="ko-KR" altLang="ko-KR" sz="1400" dirty="0">
                <a:solidFill>
                  <a:srgbClr val="000000"/>
                </a:solidFill>
                <a:latin typeface="Trebuchet MS" pitchFamily="34" charset="0"/>
                <a:ea typeface="맑은 고딕" pitchFamily="50" charset="-127"/>
              </a:rPr>
              <a:t> 정보 입력</a:t>
            </a:r>
          </a:p>
        </p:txBody>
      </p:sp>
      <p:graphicFrame>
        <p:nvGraphicFramePr>
          <p:cNvPr id="76" name="Group 101"/>
          <p:cNvGraphicFramePr>
            <a:graphicFrameLocks noGrp="1"/>
          </p:cNvGraphicFramePr>
          <p:nvPr/>
        </p:nvGraphicFramePr>
        <p:xfrm>
          <a:off x="6228184" y="1527175"/>
          <a:ext cx="2730500" cy="4902200"/>
        </p:xfrm>
        <a:graphic>
          <a:graphicData uri="http://schemas.openxmlformats.org/drawingml/2006/table">
            <a:tbl>
              <a:tblPr/>
              <a:tblGrid>
                <a:gridCol w="2936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368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5900">
                <a:tc>
                  <a:txBody>
                    <a:bodyPr/>
                    <a:lstStyle>
                      <a:lvl1pPr defTabSz="449263" eaLnBrk="0" hangingPunct="0">
                        <a:spcBef>
                          <a:spcPct val="20000"/>
                        </a:spcBef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1pPr>
                      <a:lvl2pPr marL="742950" indent="-285750" defTabSz="449263" eaLnBrk="0" hangingPunct="0">
                        <a:spcBef>
                          <a:spcPct val="20000"/>
                        </a:spcBef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24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2pPr>
                      <a:lvl3pPr marL="1143000" indent="-228600" defTabSz="449263" eaLnBrk="0" hangingPunct="0">
                        <a:spcBef>
                          <a:spcPct val="20000"/>
                        </a:spcBef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14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3pPr>
                      <a:lvl4pPr marL="1600200" indent="-228600" defTabSz="449263" eaLnBrk="0" hangingPunct="0">
                        <a:spcBef>
                          <a:spcPct val="20000"/>
                        </a:spcBef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12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4pPr>
                      <a:lvl5pPr marL="2057400" indent="-228600" defTabSz="449263" eaLnBrk="0" hangingPunct="0">
                        <a:spcBef>
                          <a:spcPct val="20000"/>
                        </a:spcBef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5pPr>
                      <a:lvl6pPr marL="25146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6pPr>
                      <a:lvl7pPr marL="29718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7pPr>
                      <a:lvl8pPr marL="34290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8pPr>
                      <a:lvl9pPr marL="38862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9pPr>
                    </a:lstStyle>
                    <a:p>
                      <a:pPr marL="0" marR="0" lvl="0" indent="0" algn="ctr" defTabSz="449263" rtl="0" eaLnBrk="1" fontAlgn="base" latinLnBrk="0" hangingPunct="1">
                        <a:lnSpc>
                          <a:spcPct val="8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endParaRPr kumimoji="0" lang="en-US" altLang="ko-KR" sz="800" b="1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0000" marR="90000" marT="63936" marB="46800" horzOverflow="overflow">
                    <a:lnL>
                      <a:noFill/>
                    </a:lnL>
                    <a:lnR w="144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8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8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>
                      <a:lvl1pPr marL="84138" indent="-84138" defTabSz="449263" eaLnBrk="0" hangingPunct="0">
                        <a:spcBef>
                          <a:spcPct val="20000"/>
                        </a:spcBef>
                        <a:tabLst>
                          <a:tab pos="84138" algn="l"/>
                          <a:tab pos="998538" algn="l"/>
                          <a:tab pos="1912938" algn="l"/>
                          <a:tab pos="2827338" algn="l"/>
                          <a:tab pos="3741738" algn="l"/>
                          <a:tab pos="4656138" algn="l"/>
                          <a:tab pos="5570538" algn="l"/>
                          <a:tab pos="6484938" algn="l"/>
                          <a:tab pos="7399338" algn="l"/>
                          <a:tab pos="8313738" algn="l"/>
                          <a:tab pos="9228138" algn="l"/>
                          <a:tab pos="10142538" algn="l"/>
                        </a:tabLst>
                        <a:defRPr kumimoji="1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1pPr>
                      <a:lvl2pPr marL="742950" indent="-285750" defTabSz="449263" eaLnBrk="0" hangingPunct="0">
                        <a:spcBef>
                          <a:spcPct val="20000"/>
                        </a:spcBef>
                        <a:tabLst>
                          <a:tab pos="84138" algn="l"/>
                          <a:tab pos="998538" algn="l"/>
                          <a:tab pos="1912938" algn="l"/>
                          <a:tab pos="2827338" algn="l"/>
                          <a:tab pos="3741738" algn="l"/>
                          <a:tab pos="4656138" algn="l"/>
                          <a:tab pos="5570538" algn="l"/>
                          <a:tab pos="6484938" algn="l"/>
                          <a:tab pos="7399338" algn="l"/>
                          <a:tab pos="8313738" algn="l"/>
                          <a:tab pos="9228138" algn="l"/>
                          <a:tab pos="10142538" algn="l"/>
                        </a:tabLst>
                        <a:defRPr kumimoji="1" sz="24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2pPr>
                      <a:lvl3pPr marL="1143000" indent="-228600" defTabSz="449263" eaLnBrk="0" hangingPunct="0">
                        <a:spcBef>
                          <a:spcPct val="20000"/>
                        </a:spcBef>
                        <a:tabLst>
                          <a:tab pos="84138" algn="l"/>
                          <a:tab pos="998538" algn="l"/>
                          <a:tab pos="1912938" algn="l"/>
                          <a:tab pos="2827338" algn="l"/>
                          <a:tab pos="3741738" algn="l"/>
                          <a:tab pos="4656138" algn="l"/>
                          <a:tab pos="5570538" algn="l"/>
                          <a:tab pos="6484938" algn="l"/>
                          <a:tab pos="7399338" algn="l"/>
                          <a:tab pos="8313738" algn="l"/>
                          <a:tab pos="9228138" algn="l"/>
                          <a:tab pos="10142538" algn="l"/>
                        </a:tabLst>
                        <a:defRPr kumimoji="1" sz="14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3pPr>
                      <a:lvl4pPr marL="1600200" indent="-228600" defTabSz="449263" eaLnBrk="0" hangingPunct="0">
                        <a:spcBef>
                          <a:spcPct val="20000"/>
                        </a:spcBef>
                        <a:tabLst>
                          <a:tab pos="84138" algn="l"/>
                          <a:tab pos="998538" algn="l"/>
                          <a:tab pos="1912938" algn="l"/>
                          <a:tab pos="2827338" algn="l"/>
                          <a:tab pos="3741738" algn="l"/>
                          <a:tab pos="4656138" algn="l"/>
                          <a:tab pos="5570538" algn="l"/>
                          <a:tab pos="6484938" algn="l"/>
                          <a:tab pos="7399338" algn="l"/>
                          <a:tab pos="8313738" algn="l"/>
                          <a:tab pos="9228138" algn="l"/>
                          <a:tab pos="10142538" algn="l"/>
                        </a:tabLst>
                        <a:defRPr kumimoji="1" sz="12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4pPr>
                      <a:lvl5pPr marL="2057400" indent="-228600" defTabSz="449263" eaLnBrk="0" hangingPunct="0">
                        <a:spcBef>
                          <a:spcPct val="20000"/>
                        </a:spcBef>
                        <a:tabLst>
                          <a:tab pos="84138" algn="l"/>
                          <a:tab pos="998538" algn="l"/>
                          <a:tab pos="1912938" algn="l"/>
                          <a:tab pos="2827338" algn="l"/>
                          <a:tab pos="3741738" algn="l"/>
                          <a:tab pos="4656138" algn="l"/>
                          <a:tab pos="5570538" algn="l"/>
                          <a:tab pos="6484938" algn="l"/>
                          <a:tab pos="7399338" algn="l"/>
                          <a:tab pos="8313738" algn="l"/>
                          <a:tab pos="9228138" algn="l"/>
                          <a:tab pos="10142538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5pPr>
                      <a:lvl6pPr marL="25146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84138" algn="l"/>
                          <a:tab pos="998538" algn="l"/>
                          <a:tab pos="1912938" algn="l"/>
                          <a:tab pos="2827338" algn="l"/>
                          <a:tab pos="3741738" algn="l"/>
                          <a:tab pos="4656138" algn="l"/>
                          <a:tab pos="5570538" algn="l"/>
                          <a:tab pos="6484938" algn="l"/>
                          <a:tab pos="7399338" algn="l"/>
                          <a:tab pos="8313738" algn="l"/>
                          <a:tab pos="9228138" algn="l"/>
                          <a:tab pos="10142538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6pPr>
                      <a:lvl7pPr marL="29718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84138" algn="l"/>
                          <a:tab pos="998538" algn="l"/>
                          <a:tab pos="1912938" algn="l"/>
                          <a:tab pos="2827338" algn="l"/>
                          <a:tab pos="3741738" algn="l"/>
                          <a:tab pos="4656138" algn="l"/>
                          <a:tab pos="5570538" algn="l"/>
                          <a:tab pos="6484938" algn="l"/>
                          <a:tab pos="7399338" algn="l"/>
                          <a:tab pos="8313738" algn="l"/>
                          <a:tab pos="9228138" algn="l"/>
                          <a:tab pos="10142538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7pPr>
                      <a:lvl8pPr marL="34290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84138" algn="l"/>
                          <a:tab pos="998538" algn="l"/>
                          <a:tab pos="1912938" algn="l"/>
                          <a:tab pos="2827338" algn="l"/>
                          <a:tab pos="3741738" algn="l"/>
                          <a:tab pos="4656138" algn="l"/>
                          <a:tab pos="5570538" algn="l"/>
                          <a:tab pos="6484938" algn="l"/>
                          <a:tab pos="7399338" algn="l"/>
                          <a:tab pos="8313738" algn="l"/>
                          <a:tab pos="9228138" algn="l"/>
                          <a:tab pos="10142538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8pPr>
                      <a:lvl9pPr marL="38862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84138" algn="l"/>
                          <a:tab pos="998538" algn="l"/>
                          <a:tab pos="1912938" algn="l"/>
                          <a:tab pos="2827338" algn="l"/>
                          <a:tab pos="3741738" algn="l"/>
                          <a:tab pos="4656138" algn="l"/>
                          <a:tab pos="5570538" algn="l"/>
                          <a:tab pos="6484938" algn="l"/>
                          <a:tab pos="7399338" algn="l"/>
                          <a:tab pos="8313738" algn="l"/>
                          <a:tab pos="9228138" algn="l"/>
                          <a:tab pos="10142538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9pPr>
                    </a:lstStyle>
                    <a:p>
                      <a:pPr marL="84138" marR="0" lvl="0" indent="-84138" algn="l" defTabSz="449263" rtl="0" eaLnBrk="1" fontAlgn="base" latinLnBrk="0" hangingPunct="1">
                        <a:lnSpc>
                          <a:spcPct val="97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70C0"/>
                        </a:buClr>
                        <a:buSzPct val="100000"/>
                        <a:buFont typeface="Wingdings" pitchFamily="2" charset="2"/>
                        <a:buChar char=""/>
                        <a:tabLst>
                          <a:tab pos="84138" algn="l"/>
                          <a:tab pos="998538" algn="l"/>
                          <a:tab pos="1912938" algn="l"/>
                          <a:tab pos="2827338" algn="l"/>
                          <a:tab pos="3741738" algn="l"/>
                          <a:tab pos="4656138" algn="l"/>
                          <a:tab pos="5570538" algn="l"/>
                          <a:tab pos="6484938" algn="l"/>
                          <a:tab pos="7399338" algn="l"/>
                          <a:tab pos="8313738" algn="l"/>
                          <a:tab pos="9228138" algn="l"/>
                          <a:tab pos="10142538" algn="l"/>
                        </a:tabLst>
                      </a:pPr>
                      <a:r>
                        <a:rPr kumimoji="0" lang="ko-KR" altLang="ko-KR" sz="800" b="0" i="1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rebuchet MS" pitchFamily="34" charset="0"/>
                          <a:ea typeface="맑은 고딕" pitchFamily="50" charset="-127"/>
                        </a:rPr>
                        <a:t>리스트 참고</a:t>
                      </a:r>
                    </a:p>
                  </a:txBody>
                  <a:tcPr marL="36000" marR="36000" marT="36000" marB="36000" horzOverflow="overflow">
                    <a:lnL w="144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8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8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8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73125">
                <a:tc>
                  <a:txBody>
                    <a:bodyPr/>
                    <a:lstStyle>
                      <a:lvl1pPr defTabSz="449263" eaLnBrk="0" hangingPunct="0">
                        <a:spcBef>
                          <a:spcPct val="20000"/>
                        </a:spcBef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1pPr>
                      <a:lvl2pPr marL="742950" indent="-285750" defTabSz="449263" eaLnBrk="0" hangingPunct="0">
                        <a:spcBef>
                          <a:spcPct val="20000"/>
                        </a:spcBef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24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2pPr>
                      <a:lvl3pPr marL="1143000" indent="-228600" defTabSz="449263" eaLnBrk="0" hangingPunct="0">
                        <a:spcBef>
                          <a:spcPct val="20000"/>
                        </a:spcBef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14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3pPr>
                      <a:lvl4pPr marL="1600200" indent="-228600" defTabSz="449263" eaLnBrk="0" hangingPunct="0">
                        <a:spcBef>
                          <a:spcPct val="20000"/>
                        </a:spcBef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12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4pPr>
                      <a:lvl5pPr marL="2057400" indent="-228600" defTabSz="449263" eaLnBrk="0" hangingPunct="0">
                        <a:spcBef>
                          <a:spcPct val="20000"/>
                        </a:spcBef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5pPr>
                      <a:lvl6pPr marL="25146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6pPr>
                      <a:lvl7pPr marL="29718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7pPr>
                      <a:lvl8pPr marL="34290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8pPr>
                      <a:lvl9pPr marL="38862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9pPr>
                    </a:lstStyle>
                    <a:p>
                      <a:pPr marL="0" marR="0" lvl="0" indent="0" algn="ctr" defTabSz="449263" rtl="0" eaLnBrk="1" fontAlgn="base" latinLnBrk="0" hangingPunct="1">
                        <a:lnSpc>
                          <a:spcPct val="8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en-US" altLang="ko-KR" sz="8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</a:p>
                  </a:txBody>
                  <a:tcPr marL="90000" marR="90000" marT="63936" marB="46800" horzOverflow="overflow">
                    <a:lnL>
                      <a:noFill/>
                    </a:lnL>
                    <a:lnR w="144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8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8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>
                      <a:lvl1pPr marL="85725" indent="-84138" defTabSz="449263" eaLnBrk="0" hangingPunct="0">
                        <a:spcBef>
                          <a:spcPct val="20000"/>
                        </a:spcBef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  <a:defRPr kumimoji="1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1pPr>
                      <a:lvl2pPr marL="742950" indent="-285750" defTabSz="449263" eaLnBrk="0" hangingPunct="0">
                        <a:spcBef>
                          <a:spcPct val="20000"/>
                        </a:spcBef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  <a:defRPr kumimoji="1" sz="24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2pPr>
                      <a:lvl3pPr marL="1143000" indent="-228600" defTabSz="449263" eaLnBrk="0" hangingPunct="0">
                        <a:spcBef>
                          <a:spcPct val="20000"/>
                        </a:spcBef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  <a:defRPr kumimoji="1" sz="14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3pPr>
                      <a:lvl4pPr marL="1600200" indent="-228600" defTabSz="449263" eaLnBrk="0" hangingPunct="0">
                        <a:spcBef>
                          <a:spcPct val="20000"/>
                        </a:spcBef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  <a:defRPr kumimoji="1" sz="12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4pPr>
                      <a:lvl5pPr marL="2057400" indent="-228600" defTabSz="449263" eaLnBrk="0" hangingPunct="0">
                        <a:spcBef>
                          <a:spcPct val="20000"/>
                        </a:spcBef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5pPr>
                      <a:lvl6pPr marL="25146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6pPr>
                      <a:lvl7pPr marL="29718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7pPr>
                      <a:lvl8pPr marL="34290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8pPr>
                      <a:lvl9pPr marL="38862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9pPr>
                    </a:lstStyle>
                    <a:p>
                      <a:pPr marL="85725" marR="0" lvl="0" indent="-84138" algn="l" defTabSz="449263" rtl="0" eaLnBrk="1" fontAlgn="base" latinLnBrk="0" hangingPunct="1">
                        <a:lnSpc>
                          <a:spcPct val="8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</a:pPr>
                      <a:r>
                        <a:rPr kumimoji="0" lang="ko-KR" altLang="ko-KR" sz="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가입</a:t>
                      </a:r>
                      <a:r>
                        <a:rPr kumimoji="0" lang="ko-KR" altLang="en-US" sz="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년도</a:t>
                      </a:r>
                      <a:endParaRPr kumimoji="0" lang="ko-KR" altLang="ko-KR" sz="800" b="1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itchFamily="50" charset="-127"/>
                        <a:ea typeface="맑은 고딕" pitchFamily="50" charset="-127"/>
                      </a:endParaRPr>
                    </a:p>
                    <a:p>
                      <a:pPr marL="85725" marR="0" lvl="0" indent="-84138" algn="l" defTabSz="449263" rtl="0" eaLnBrk="1" fontAlgn="base" latinLnBrk="0" hangingPunct="1">
                        <a:lnSpc>
                          <a:spcPct val="92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Wingdings" pitchFamily="2" charset="2"/>
                        <a:buChar char=""/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Tap </a:t>
                      </a:r>
                      <a:r>
                        <a:rPr kumimoji="0" lang="ko-KR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시 숫자 </a:t>
                      </a: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Keypad </a:t>
                      </a:r>
                      <a:r>
                        <a:rPr kumimoji="0" lang="ko-KR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올라옴 </a:t>
                      </a: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(</a:t>
                      </a:r>
                      <a:r>
                        <a:rPr kumimoji="0" lang="ko-KR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입력박스 가려지지 않도록 함</a:t>
                      </a: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)</a:t>
                      </a:r>
                    </a:p>
                    <a:p>
                      <a:pPr marL="85725" marR="0" lvl="0" indent="-84138" algn="l" defTabSz="449263" rtl="0" eaLnBrk="1" fontAlgn="base" latinLnBrk="0" hangingPunct="1">
                        <a:lnSpc>
                          <a:spcPct val="92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Wingdings" pitchFamily="2" charset="2"/>
                        <a:buChar char=""/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‘</a:t>
                      </a:r>
                      <a:r>
                        <a:rPr kumimoji="0" lang="ko-KR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만원’ 으로 표기</a:t>
                      </a:r>
                    </a:p>
                    <a:p>
                      <a:pPr marL="85725" marR="0" lvl="0" indent="-84138" algn="l" defTabSz="449263" rtl="0" eaLnBrk="1" fontAlgn="base" latinLnBrk="0" hangingPunct="1">
                        <a:lnSpc>
                          <a:spcPct val="106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7575D1"/>
                        </a:buClr>
                        <a:buSzPct val="100000"/>
                        <a:buFont typeface="Wingdings" pitchFamily="2" charset="2"/>
                        <a:buChar char=""/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</a:pPr>
                      <a:r>
                        <a:rPr kumimoji="0" lang="ko-KR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7575D1"/>
                          </a:solidFill>
                          <a:effectLst/>
                          <a:latin typeface="Trebuchet MS" pitchFamily="34" charset="0"/>
                          <a:ea typeface="맑은 고딕" pitchFamily="50" charset="-127"/>
                        </a:rPr>
                        <a:t>금액 표기 정책 참고</a:t>
                      </a:r>
                    </a:p>
                    <a:p>
                      <a:pPr marL="85725" marR="0" lvl="0" indent="-84138" algn="l" defTabSz="449263" rtl="0" eaLnBrk="1" fontAlgn="base" latinLnBrk="0" hangingPunct="1">
                        <a:lnSpc>
                          <a:spcPct val="92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70C0"/>
                        </a:buClr>
                        <a:buSzPct val="100000"/>
                        <a:buFont typeface="Wingdings" pitchFamily="2" charset="2"/>
                        <a:buChar char=""/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</a:pPr>
                      <a:r>
                        <a:rPr kumimoji="0" lang="ko-KR" altLang="ko-KR" sz="800" b="0" i="1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가입범위 </a:t>
                      </a:r>
                      <a:r>
                        <a:rPr kumimoji="0" lang="en-US" altLang="ko-KR" sz="800" b="0" i="1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: </a:t>
                      </a:r>
                      <a:r>
                        <a:rPr kumimoji="0" lang="ko-KR" altLang="ko-KR" sz="800" b="0" i="1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rebuchet MS" pitchFamily="34" charset="0"/>
                          <a:ea typeface="맑은 고딕" pitchFamily="50" charset="-127"/>
                        </a:rPr>
                        <a:t>제공 </a:t>
                      </a:r>
                      <a:r>
                        <a:rPr kumimoji="0" lang="ko-KR" altLang="en-US" sz="800" b="0" i="1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rebuchet MS" pitchFamily="34" charset="0"/>
                          <a:ea typeface="맑은 고딕" pitchFamily="50" charset="-127"/>
                        </a:rPr>
                        <a:t>리스</a:t>
                      </a:r>
                      <a:r>
                        <a:rPr kumimoji="0" lang="ko-KR" altLang="ko-KR" sz="800" b="0" i="1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rebuchet MS" pitchFamily="34" charset="0"/>
                          <a:ea typeface="맑은 고딕" pitchFamily="50" charset="-127"/>
                        </a:rPr>
                        <a:t>트 참고</a:t>
                      </a:r>
                    </a:p>
                  </a:txBody>
                  <a:tcPr marL="36000" marR="36000" marT="44063" marB="36000" horzOverflow="overflow">
                    <a:lnL w="144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8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8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8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77875">
                <a:tc>
                  <a:txBody>
                    <a:bodyPr/>
                    <a:lstStyle>
                      <a:lvl1pPr defTabSz="449263" eaLnBrk="0" hangingPunct="0">
                        <a:spcBef>
                          <a:spcPct val="20000"/>
                        </a:spcBef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1pPr>
                      <a:lvl2pPr marL="742950" indent="-285750" defTabSz="449263" eaLnBrk="0" hangingPunct="0">
                        <a:spcBef>
                          <a:spcPct val="20000"/>
                        </a:spcBef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24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2pPr>
                      <a:lvl3pPr marL="1143000" indent="-228600" defTabSz="449263" eaLnBrk="0" hangingPunct="0">
                        <a:spcBef>
                          <a:spcPct val="20000"/>
                        </a:spcBef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14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3pPr>
                      <a:lvl4pPr marL="1600200" indent="-228600" defTabSz="449263" eaLnBrk="0" hangingPunct="0">
                        <a:spcBef>
                          <a:spcPct val="20000"/>
                        </a:spcBef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12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4pPr>
                      <a:lvl5pPr marL="2057400" indent="-228600" defTabSz="449263" eaLnBrk="0" hangingPunct="0">
                        <a:spcBef>
                          <a:spcPct val="20000"/>
                        </a:spcBef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5pPr>
                      <a:lvl6pPr marL="25146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6pPr>
                      <a:lvl7pPr marL="29718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7pPr>
                      <a:lvl8pPr marL="34290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8pPr>
                      <a:lvl9pPr marL="38862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9pPr>
                    </a:lstStyle>
                    <a:p>
                      <a:pPr marL="0" marR="0" lvl="0" indent="0" algn="ctr" defTabSz="449263" rtl="0" eaLnBrk="1" fontAlgn="base" latinLnBrk="0" hangingPunct="1">
                        <a:lnSpc>
                          <a:spcPct val="8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en-US" altLang="ko-KR" sz="8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</a:p>
                  </a:txBody>
                  <a:tcPr marL="90000" marR="90000" marT="63936" marB="46800" horzOverflow="overflow">
                    <a:lnL>
                      <a:noFill/>
                    </a:lnL>
                    <a:lnR w="144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8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8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>
                      <a:lvl1pPr marL="85725" indent="-84138" defTabSz="449263" eaLnBrk="0" hangingPunct="0">
                        <a:spcBef>
                          <a:spcPct val="20000"/>
                        </a:spcBef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  <a:defRPr kumimoji="1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1pPr>
                      <a:lvl2pPr marL="742950" indent="-285750" defTabSz="449263" eaLnBrk="0" hangingPunct="0">
                        <a:spcBef>
                          <a:spcPct val="20000"/>
                        </a:spcBef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  <a:defRPr kumimoji="1" sz="24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2pPr>
                      <a:lvl3pPr marL="1143000" indent="-228600" defTabSz="449263" eaLnBrk="0" hangingPunct="0">
                        <a:spcBef>
                          <a:spcPct val="20000"/>
                        </a:spcBef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  <a:defRPr kumimoji="1" sz="14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3pPr>
                      <a:lvl4pPr marL="1600200" indent="-228600" defTabSz="449263" eaLnBrk="0" hangingPunct="0">
                        <a:spcBef>
                          <a:spcPct val="20000"/>
                        </a:spcBef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  <a:defRPr kumimoji="1" sz="12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4pPr>
                      <a:lvl5pPr marL="2057400" indent="-228600" defTabSz="449263" eaLnBrk="0" hangingPunct="0">
                        <a:spcBef>
                          <a:spcPct val="20000"/>
                        </a:spcBef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5pPr>
                      <a:lvl6pPr marL="25146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6pPr>
                      <a:lvl7pPr marL="29718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7pPr>
                      <a:lvl8pPr marL="34290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8pPr>
                      <a:lvl9pPr marL="38862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9pPr>
                    </a:lstStyle>
                    <a:p>
                      <a:pPr marL="85725" marR="0" lvl="0" indent="-84138" algn="l" defTabSz="449263" rtl="0" eaLnBrk="1" fontAlgn="base" latinLnBrk="0" hangingPunct="1">
                        <a:lnSpc>
                          <a:spcPct val="8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</a:pPr>
                      <a:r>
                        <a:rPr kumimoji="0" lang="ko-KR" altLang="ko-KR" sz="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가입 </a:t>
                      </a:r>
                      <a:r>
                        <a:rPr kumimoji="0" lang="en-US" altLang="ko-KR" sz="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(</a:t>
                      </a:r>
                      <a:r>
                        <a:rPr kumimoji="0" lang="ko-KR" altLang="ko-KR" sz="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팝업 제공하는 경우</a:t>
                      </a:r>
                      <a:r>
                        <a:rPr kumimoji="0" lang="en-US" altLang="ko-KR" sz="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)</a:t>
                      </a:r>
                    </a:p>
                    <a:p>
                      <a:pPr marL="85725" marR="0" lvl="0" indent="-84138" algn="l" defTabSz="449263" rtl="0" eaLnBrk="1" fontAlgn="base" latinLnBrk="0" hangingPunct="1">
                        <a:lnSpc>
                          <a:spcPct val="92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rgbClr val="0070C0"/>
                        </a:buClr>
                        <a:buSzPct val="100000"/>
                        <a:buFont typeface="Wingdings" pitchFamily="2" charset="2"/>
                        <a:buChar char=""/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</a:pPr>
                      <a:r>
                        <a:rPr kumimoji="0" lang="ko-KR" altLang="ko-KR" sz="800" b="0" i="1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가입범위를 넘을 경우</a:t>
                      </a:r>
                    </a:p>
                    <a:p>
                      <a:pPr marL="85725" marR="0" lvl="0" indent="-84138" algn="l" defTabSz="449263" rtl="0" eaLnBrk="1" fontAlgn="base" latinLnBrk="0" hangingPunct="1">
                        <a:lnSpc>
                          <a:spcPct val="92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70C0"/>
                        </a:buClr>
                        <a:buSzPct val="100000"/>
                        <a:buFont typeface="Wingdings" pitchFamily="2" charset="2"/>
                        <a:buChar char=""/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</a:pPr>
                      <a:r>
                        <a:rPr kumimoji="0" lang="ko-KR" altLang="ko-KR" sz="800" b="0" i="1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합산  한도를 초과할 경우</a:t>
                      </a:r>
                    </a:p>
                    <a:p>
                      <a:pPr marL="85725" marR="0" lvl="0" indent="-84138" algn="l" defTabSz="449263" rtl="0" eaLnBrk="1" fontAlgn="base" latinLnBrk="0" hangingPunct="1">
                        <a:lnSpc>
                          <a:spcPct val="92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70C0"/>
                        </a:buClr>
                        <a:buSzPct val="100000"/>
                        <a:buFont typeface="Wingdings" pitchFamily="2" charset="2"/>
                        <a:buChar char=""/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</a:pPr>
                      <a:r>
                        <a:rPr kumimoji="0" lang="ko-KR" altLang="ko-KR" sz="800" b="0" i="1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가입 시 입력박스에 동시에 입력할 경우</a:t>
                      </a:r>
                    </a:p>
                  </a:txBody>
                  <a:tcPr marL="36000" marR="36000" marT="44063" marB="36000" horzOverflow="overflow">
                    <a:lnL w="144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8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8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8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4525">
                <a:tc>
                  <a:txBody>
                    <a:bodyPr/>
                    <a:lstStyle>
                      <a:lvl1pPr defTabSz="449263" eaLnBrk="0" hangingPunct="0">
                        <a:spcBef>
                          <a:spcPct val="20000"/>
                        </a:spcBef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1pPr>
                      <a:lvl2pPr marL="742950" indent="-285750" defTabSz="449263" eaLnBrk="0" hangingPunct="0">
                        <a:spcBef>
                          <a:spcPct val="20000"/>
                        </a:spcBef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24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2pPr>
                      <a:lvl3pPr marL="1143000" indent="-228600" defTabSz="449263" eaLnBrk="0" hangingPunct="0">
                        <a:spcBef>
                          <a:spcPct val="20000"/>
                        </a:spcBef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14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3pPr>
                      <a:lvl4pPr marL="1600200" indent="-228600" defTabSz="449263" eaLnBrk="0" hangingPunct="0">
                        <a:spcBef>
                          <a:spcPct val="20000"/>
                        </a:spcBef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12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4pPr>
                      <a:lvl5pPr marL="2057400" indent="-228600" defTabSz="449263" eaLnBrk="0" hangingPunct="0">
                        <a:spcBef>
                          <a:spcPct val="20000"/>
                        </a:spcBef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5pPr>
                      <a:lvl6pPr marL="25146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6pPr>
                      <a:lvl7pPr marL="29718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7pPr>
                      <a:lvl8pPr marL="34290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8pPr>
                      <a:lvl9pPr marL="38862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9pPr>
                    </a:lstStyle>
                    <a:p>
                      <a:pPr marL="0" marR="0" lvl="0" indent="0" algn="ctr" defTabSz="449263" rtl="0" eaLnBrk="1" fontAlgn="base" latinLnBrk="0" hangingPunct="1">
                        <a:lnSpc>
                          <a:spcPct val="8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en-US" altLang="ko-KR" sz="8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2</a:t>
                      </a:r>
                    </a:p>
                  </a:txBody>
                  <a:tcPr marL="90000" marR="90000" marT="63936" marB="46800" horzOverflow="overflow">
                    <a:lnL>
                      <a:noFill/>
                    </a:lnL>
                    <a:lnR w="144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8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8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>
                      <a:lvl1pPr marL="85725" indent="-84138" defTabSz="449263" eaLnBrk="0" hangingPunct="0">
                        <a:spcBef>
                          <a:spcPct val="20000"/>
                        </a:spcBef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  <a:defRPr kumimoji="1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1pPr>
                      <a:lvl2pPr marL="742950" indent="-285750" defTabSz="449263" eaLnBrk="0" hangingPunct="0">
                        <a:spcBef>
                          <a:spcPct val="20000"/>
                        </a:spcBef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  <a:defRPr kumimoji="1" sz="24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2pPr>
                      <a:lvl3pPr marL="1143000" indent="-228600" defTabSz="449263" eaLnBrk="0" hangingPunct="0">
                        <a:spcBef>
                          <a:spcPct val="20000"/>
                        </a:spcBef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  <a:defRPr kumimoji="1" sz="14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3pPr>
                      <a:lvl4pPr marL="1600200" indent="-228600" defTabSz="449263" eaLnBrk="0" hangingPunct="0">
                        <a:spcBef>
                          <a:spcPct val="20000"/>
                        </a:spcBef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  <a:defRPr kumimoji="1" sz="12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4pPr>
                      <a:lvl5pPr marL="2057400" indent="-228600" defTabSz="449263" eaLnBrk="0" hangingPunct="0">
                        <a:spcBef>
                          <a:spcPct val="20000"/>
                        </a:spcBef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5pPr>
                      <a:lvl6pPr marL="25146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6pPr>
                      <a:lvl7pPr marL="29718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7pPr>
                      <a:lvl8pPr marL="34290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8pPr>
                      <a:lvl9pPr marL="38862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9pPr>
                    </a:lstStyle>
                    <a:p>
                      <a:pPr marL="85725" marR="0" lvl="0" indent="-84138" algn="l" defTabSz="449263" rtl="0" eaLnBrk="1" fontAlgn="base" latinLnBrk="0" hangingPunct="1">
                        <a:lnSpc>
                          <a:spcPct val="8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</a:pPr>
                      <a:endParaRPr kumimoji="0" lang="ko-KR" altLang="ko-KR" sz="800" b="0" i="1" u="none" strike="noStrike" cap="none" normalizeH="0" baseline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36000" marR="36000" marT="44063" marB="36000" horzOverflow="overflow">
                    <a:lnL w="144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8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8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8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6425">
                <a:tc>
                  <a:txBody>
                    <a:bodyPr/>
                    <a:lstStyle>
                      <a:lvl1pPr defTabSz="449263" eaLnBrk="0" hangingPunct="0">
                        <a:spcBef>
                          <a:spcPct val="20000"/>
                        </a:spcBef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1pPr>
                      <a:lvl2pPr marL="742950" indent="-285750" defTabSz="449263" eaLnBrk="0" hangingPunct="0">
                        <a:spcBef>
                          <a:spcPct val="20000"/>
                        </a:spcBef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24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2pPr>
                      <a:lvl3pPr marL="1143000" indent="-228600" defTabSz="449263" eaLnBrk="0" hangingPunct="0">
                        <a:spcBef>
                          <a:spcPct val="20000"/>
                        </a:spcBef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14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3pPr>
                      <a:lvl4pPr marL="1600200" indent="-228600" defTabSz="449263" eaLnBrk="0" hangingPunct="0">
                        <a:spcBef>
                          <a:spcPct val="20000"/>
                        </a:spcBef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12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4pPr>
                      <a:lvl5pPr marL="2057400" indent="-228600" defTabSz="449263" eaLnBrk="0" hangingPunct="0">
                        <a:spcBef>
                          <a:spcPct val="20000"/>
                        </a:spcBef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5pPr>
                      <a:lvl6pPr marL="25146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6pPr>
                      <a:lvl7pPr marL="29718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7pPr>
                      <a:lvl8pPr marL="34290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8pPr>
                      <a:lvl9pPr marL="38862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9pPr>
                    </a:lstStyle>
                    <a:p>
                      <a:pPr marL="0" marR="0" lvl="0" indent="0" algn="ctr" defTabSz="449263" rtl="0" eaLnBrk="1" fontAlgn="base" latinLnBrk="0" hangingPunct="1">
                        <a:lnSpc>
                          <a:spcPct val="8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en-US" altLang="ko-KR" sz="8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3</a:t>
                      </a:r>
                    </a:p>
                  </a:txBody>
                  <a:tcPr marL="90000" marR="90000" marT="63936" marB="46800" horzOverflow="overflow">
                    <a:lnL>
                      <a:noFill/>
                    </a:lnL>
                    <a:lnR w="144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8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8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>
                      <a:lvl1pPr marL="85725" indent="-84138" defTabSz="449263" eaLnBrk="0" hangingPunct="0">
                        <a:spcBef>
                          <a:spcPct val="20000"/>
                        </a:spcBef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  <a:defRPr kumimoji="1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1pPr>
                      <a:lvl2pPr marL="742950" indent="-285750" defTabSz="449263" eaLnBrk="0" hangingPunct="0">
                        <a:spcBef>
                          <a:spcPct val="20000"/>
                        </a:spcBef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  <a:defRPr kumimoji="1" sz="24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2pPr>
                      <a:lvl3pPr marL="1143000" indent="-228600" defTabSz="449263" eaLnBrk="0" hangingPunct="0">
                        <a:spcBef>
                          <a:spcPct val="20000"/>
                        </a:spcBef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  <a:defRPr kumimoji="1" sz="14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3pPr>
                      <a:lvl4pPr marL="1600200" indent="-228600" defTabSz="449263" eaLnBrk="0" hangingPunct="0">
                        <a:spcBef>
                          <a:spcPct val="20000"/>
                        </a:spcBef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  <a:defRPr kumimoji="1" sz="12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4pPr>
                      <a:lvl5pPr marL="2057400" indent="-228600" defTabSz="449263" eaLnBrk="0" hangingPunct="0">
                        <a:spcBef>
                          <a:spcPct val="20000"/>
                        </a:spcBef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5pPr>
                      <a:lvl6pPr marL="25146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6pPr>
                      <a:lvl7pPr marL="29718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7pPr>
                      <a:lvl8pPr marL="34290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8pPr>
                      <a:lvl9pPr marL="38862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9pPr>
                    </a:lstStyle>
                    <a:p>
                      <a:pPr marL="85725" marR="0" lvl="0" indent="-84138" algn="l" defTabSz="449263" rtl="0" eaLnBrk="1" fontAlgn="base" latinLnBrk="0" hangingPunct="1">
                        <a:lnSpc>
                          <a:spcPct val="8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</a:pPr>
                      <a:endParaRPr kumimoji="0" lang="ko-KR" altLang="ko-KR" sz="800" b="0" i="1" u="none" strike="noStrike" cap="none" normalizeH="0" baseline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36000" marR="36000" marT="44063" marB="36000" horzOverflow="overflow">
                    <a:lnL w="144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8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8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8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6425">
                <a:tc>
                  <a:txBody>
                    <a:bodyPr/>
                    <a:lstStyle>
                      <a:lvl1pPr defTabSz="449263" eaLnBrk="0" hangingPunct="0">
                        <a:spcBef>
                          <a:spcPct val="20000"/>
                        </a:spcBef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1pPr>
                      <a:lvl2pPr marL="742950" indent="-285750" defTabSz="449263" eaLnBrk="0" hangingPunct="0">
                        <a:spcBef>
                          <a:spcPct val="20000"/>
                        </a:spcBef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24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2pPr>
                      <a:lvl3pPr marL="1143000" indent="-228600" defTabSz="449263" eaLnBrk="0" hangingPunct="0">
                        <a:spcBef>
                          <a:spcPct val="20000"/>
                        </a:spcBef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14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3pPr>
                      <a:lvl4pPr marL="1600200" indent="-228600" defTabSz="449263" eaLnBrk="0" hangingPunct="0">
                        <a:spcBef>
                          <a:spcPct val="20000"/>
                        </a:spcBef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12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4pPr>
                      <a:lvl5pPr marL="2057400" indent="-228600" defTabSz="449263" eaLnBrk="0" hangingPunct="0">
                        <a:spcBef>
                          <a:spcPct val="20000"/>
                        </a:spcBef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5pPr>
                      <a:lvl6pPr marL="25146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6pPr>
                      <a:lvl7pPr marL="29718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7pPr>
                      <a:lvl8pPr marL="34290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8pPr>
                      <a:lvl9pPr marL="38862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9pPr>
                    </a:lstStyle>
                    <a:p>
                      <a:pPr marL="0" marR="0" lvl="0" indent="0" algn="ctr" defTabSz="449263" rtl="0" eaLnBrk="1" fontAlgn="base" latinLnBrk="0" hangingPunct="1">
                        <a:lnSpc>
                          <a:spcPct val="8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en-US" altLang="ko-KR" sz="8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4</a:t>
                      </a:r>
                    </a:p>
                  </a:txBody>
                  <a:tcPr marL="90000" marR="90000" marT="63936" marB="46800" horzOverflow="overflow">
                    <a:lnL>
                      <a:noFill/>
                    </a:lnL>
                    <a:lnR w="144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8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8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>
                      <a:lvl1pPr marL="85725" indent="-84138" defTabSz="449263" eaLnBrk="0" hangingPunct="0">
                        <a:spcBef>
                          <a:spcPct val="20000"/>
                        </a:spcBef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  <a:defRPr kumimoji="1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1pPr>
                      <a:lvl2pPr marL="742950" indent="-285750" defTabSz="449263" eaLnBrk="0" hangingPunct="0">
                        <a:spcBef>
                          <a:spcPct val="20000"/>
                        </a:spcBef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  <a:defRPr kumimoji="1" sz="24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2pPr>
                      <a:lvl3pPr marL="1143000" indent="-228600" defTabSz="449263" eaLnBrk="0" hangingPunct="0">
                        <a:spcBef>
                          <a:spcPct val="20000"/>
                        </a:spcBef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  <a:defRPr kumimoji="1" sz="14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3pPr>
                      <a:lvl4pPr marL="1600200" indent="-228600" defTabSz="449263" eaLnBrk="0" hangingPunct="0">
                        <a:spcBef>
                          <a:spcPct val="20000"/>
                        </a:spcBef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  <a:defRPr kumimoji="1" sz="12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4pPr>
                      <a:lvl5pPr marL="2057400" indent="-228600" defTabSz="449263" eaLnBrk="0" hangingPunct="0">
                        <a:spcBef>
                          <a:spcPct val="20000"/>
                        </a:spcBef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5pPr>
                      <a:lvl6pPr marL="25146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6pPr>
                      <a:lvl7pPr marL="29718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7pPr>
                      <a:lvl8pPr marL="34290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8pPr>
                      <a:lvl9pPr marL="38862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9pPr>
                    </a:lstStyle>
                    <a:p>
                      <a:pPr marL="85725" marR="0" lvl="0" indent="-84138" algn="l" defTabSz="449263" rtl="0" eaLnBrk="1" fontAlgn="base" latinLnBrk="0" hangingPunct="1">
                        <a:lnSpc>
                          <a:spcPct val="8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</a:pPr>
                      <a:endParaRPr kumimoji="0" lang="ko-KR" altLang="ko-KR" sz="800" b="0" i="1" u="none" strike="noStrike" cap="none" normalizeH="0" baseline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36000" marR="36000" marT="44063" marB="36000" horzOverflow="overflow">
                    <a:lnL w="144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8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8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8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77925">
                <a:tc>
                  <a:txBody>
                    <a:bodyPr/>
                    <a:lstStyle>
                      <a:lvl1pPr defTabSz="449263" eaLnBrk="0" hangingPunct="0">
                        <a:spcBef>
                          <a:spcPct val="20000"/>
                        </a:spcBef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1pPr>
                      <a:lvl2pPr marL="742950" indent="-285750" defTabSz="449263" eaLnBrk="0" hangingPunct="0">
                        <a:spcBef>
                          <a:spcPct val="20000"/>
                        </a:spcBef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24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2pPr>
                      <a:lvl3pPr marL="1143000" indent="-228600" defTabSz="449263" eaLnBrk="0" hangingPunct="0">
                        <a:spcBef>
                          <a:spcPct val="20000"/>
                        </a:spcBef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14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3pPr>
                      <a:lvl4pPr marL="1600200" indent="-228600" defTabSz="449263" eaLnBrk="0" hangingPunct="0">
                        <a:spcBef>
                          <a:spcPct val="20000"/>
                        </a:spcBef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12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4pPr>
                      <a:lvl5pPr marL="2057400" indent="-228600" defTabSz="449263" eaLnBrk="0" hangingPunct="0">
                        <a:spcBef>
                          <a:spcPct val="20000"/>
                        </a:spcBef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5pPr>
                      <a:lvl6pPr marL="25146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6pPr>
                      <a:lvl7pPr marL="29718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7pPr>
                      <a:lvl8pPr marL="34290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8pPr>
                      <a:lvl9pPr marL="38862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9pPr>
                    </a:lstStyle>
                    <a:p>
                      <a:pPr marL="0" marR="0" lvl="0" indent="0" algn="ctr" defTabSz="449263" rtl="0" eaLnBrk="1" fontAlgn="base" latinLnBrk="0" hangingPunct="1">
                        <a:lnSpc>
                          <a:spcPct val="8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en-US" altLang="ko-KR" sz="8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5</a:t>
                      </a:r>
                    </a:p>
                  </a:txBody>
                  <a:tcPr marL="90000" marR="90000" marT="63936" marB="46800" horzOverflow="overflow">
                    <a:lnL>
                      <a:noFill/>
                    </a:lnL>
                    <a:lnR w="144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8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8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>
                      <a:lvl1pPr marL="85725" indent="-84138" defTabSz="449263" eaLnBrk="0" hangingPunct="0">
                        <a:spcBef>
                          <a:spcPct val="20000"/>
                        </a:spcBef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  <a:defRPr kumimoji="1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1pPr>
                      <a:lvl2pPr marL="742950" indent="-285750" defTabSz="449263" eaLnBrk="0" hangingPunct="0">
                        <a:spcBef>
                          <a:spcPct val="20000"/>
                        </a:spcBef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  <a:defRPr kumimoji="1" sz="24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2pPr>
                      <a:lvl3pPr marL="1143000" indent="-228600" defTabSz="449263" eaLnBrk="0" hangingPunct="0">
                        <a:spcBef>
                          <a:spcPct val="20000"/>
                        </a:spcBef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  <a:defRPr kumimoji="1" sz="14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3pPr>
                      <a:lvl4pPr marL="1600200" indent="-228600" defTabSz="449263" eaLnBrk="0" hangingPunct="0">
                        <a:spcBef>
                          <a:spcPct val="20000"/>
                        </a:spcBef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  <a:defRPr kumimoji="1" sz="12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4pPr>
                      <a:lvl5pPr marL="2057400" indent="-228600" defTabSz="449263" eaLnBrk="0" hangingPunct="0">
                        <a:spcBef>
                          <a:spcPct val="20000"/>
                        </a:spcBef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5pPr>
                      <a:lvl6pPr marL="25146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6pPr>
                      <a:lvl7pPr marL="29718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7pPr>
                      <a:lvl8pPr marL="34290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8pPr>
                      <a:lvl9pPr marL="38862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9pPr>
                    </a:lstStyle>
                    <a:p>
                      <a:pPr marL="85725" marR="0" lvl="0" indent="-84138" algn="l" defTabSz="449263" rtl="0" eaLnBrk="1" fontAlgn="base" latinLnBrk="0" hangingPunct="1">
                        <a:lnSpc>
                          <a:spcPct val="8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</a:pPr>
                      <a:endParaRPr kumimoji="0" lang="ko-KR" altLang="ko-KR" sz="800" b="0" i="1" u="none" strike="noStrike" cap="none" normalizeH="0" baseline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36000" marR="36000" marT="44063" marB="36000" horzOverflow="overflow">
                    <a:lnL w="144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8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8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8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7" name="Oval 146"/>
          <p:cNvSpPr>
            <a:spLocks noChangeArrowheads="1"/>
          </p:cNvSpPr>
          <p:nvPr/>
        </p:nvSpPr>
        <p:spPr bwMode="auto">
          <a:xfrm>
            <a:off x="2476500" y="3333775"/>
            <a:ext cx="171450" cy="171450"/>
          </a:xfrm>
          <a:prstGeom prst="ellipse">
            <a:avLst/>
          </a:prstGeom>
          <a:solidFill>
            <a:srgbClr val="FF1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lIns="0" tIns="0" rIns="0" bIns="0" anchor="ctr"/>
          <a:lstStyle>
            <a:lvl1pPr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/>
            <a:r>
              <a:rPr lang="en-US" altLang="ko-KR" sz="900" b="1">
                <a:solidFill>
                  <a:srgbClr val="FFFFFF"/>
                </a:solidFill>
                <a:latin typeface="Calibri" pitchFamily="34" charset="0"/>
                <a:ea typeface="맑은 고딕" pitchFamily="50" charset="-127"/>
              </a:rPr>
              <a:t>1</a:t>
            </a:r>
          </a:p>
        </p:txBody>
      </p:sp>
      <p:sp>
        <p:nvSpPr>
          <p:cNvPr id="79" name="AutoShape 158"/>
          <p:cNvSpPr>
            <a:spLocks noChangeArrowheads="1"/>
          </p:cNvSpPr>
          <p:nvPr/>
        </p:nvSpPr>
        <p:spPr bwMode="auto">
          <a:xfrm>
            <a:off x="3908425" y="1924075"/>
            <a:ext cx="1617663" cy="904875"/>
          </a:xfrm>
          <a:prstGeom prst="roundRect">
            <a:avLst>
              <a:gd name="adj" fmla="val 6602"/>
            </a:avLst>
          </a:prstGeom>
          <a:solidFill>
            <a:srgbClr val="F2F2F2"/>
          </a:solidFill>
          <a:ln w="9360">
            <a:solidFill>
              <a:srgbClr val="808080"/>
            </a:solidFill>
            <a:miter lim="800000"/>
            <a:headEnd/>
            <a:tailEnd/>
          </a:ln>
        </p:spPr>
        <p:txBody>
          <a:bodyPr lIns="90000" tIns="46800" rIns="90000" bIns="46800" anchor="ctr"/>
          <a:lstStyle>
            <a:lvl1pPr marL="92075" indent="-90488" eaLnBrk="0" hangingPunct="0">
              <a:tabLst>
                <a:tab pos="92075" algn="l"/>
                <a:tab pos="1006475" algn="l"/>
                <a:tab pos="1920875" algn="l"/>
                <a:tab pos="2835275" algn="l"/>
                <a:tab pos="3749675" algn="l"/>
                <a:tab pos="4664075" algn="l"/>
                <a:tab pos="5578475" algn="l"/>
                <a:tab pos="6492875" algn="l"/>
                <a:tab pos="7407275" algn="l"/>
                <a:tab pos="8321675" algn="l"/>
                <a:tab pos="9236075" algn="l"/>
                <a:tab pos="10150475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tabLst>
                <a:tab pos="92075" algn="l"/>
                <a:tab pos="1006475" algn="l"/>
                <a:tab pos="1920875" algn="l"/>
                <a:tab pos="2835275" algn="l"/>
                <a:tab pos="3749675" algn="l"/>
                <a:tab pos="4664075" algn="l"/>
                <a:tab pos="5578475" algn="l"/>
                <a:tab pos="6492875" algn="l"/>
                <a:tab pos="7407275" algn="l"/>
                <a:tab pos="8321675" algn="l"/>
                <a:tab pos="9236075" algn="l"/>
                <a:tab pos="10150475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tabLst>
                <a:tab pos="92075" algn="l"/>
                <a:tab pos="1006475" algn="l"/>
                <a:tab pos="1920875" algn="l"/>
                <a:tab pos="2835275" algn="l"/>
                <a:tab pos="3749675" algn="l"/>
                <a:tab pos="4664075" algn="l"/>
                <a:tab pos="5578475" algn="l"/>
                <a:tab pos="6492875" algn="l"/>
                <a:tab pos="7407275" algn="l"/>
                <a:tab pos="8321675" algn="l"/>
                <a:tab pos="9236075" algn="l"/>
                <a:tab pos="10150475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tabLst>
                <a:tab pos="92075" algn="l"/>
                <a:tab pos="1006475" algn="l"/>
                <a:tab pos="1920875" algn="l"/>
                <a:tab pos="2835275" algn="l"/>
                <a:tab pos="3749675" algn="l"/>
                <a:tab pos="4664075" algn="l"/>
                <a:tab pos="5578475" algn="l"/>
                <a:tab pos="6492875" algn="l"/>
                <a:tab pos="7407275" algn="l"/>
                <a:tab pos="8321675" algn="l"/>
                <a:tab pos="9236075" algn="l"/>
                <a:tab pos="10150475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tabLst>
                <a:tab pos="92075" algn="l"/>
                <a:tab pos="1006475" algn="l"/>
                <a:tab pos="1920875" algn="l"/>
                <a:tab pos="2835275" algn="l"/>
                <a:tab pos="3749675" algn="l"/>
                <a:tab pos="4664075" algn="l"/>
                <a:tab pos="5578475" algn="l"/>
                <a:tab pos="6492875" algn="l"/>
                <a:tab pos="7407275" algn="l"/>
                <a:tab pos="8321675" algn="l"/>
                <a:tab pos="9236075" algn="l"/>
                <a:tab pos="10150475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92075" algn="l"/>
                <a:tab pos="1006475" algn="l"/>
                <a:tab pos="1920875" algn="l"/>
                <a:tab pos="2835275" algn="l"/>
                <a:tab pos="3749675" algn="l"/>
                <a:tab pos="4664075" algn="l"/>
                <a:tab pos="5578475" algn="l"/>
                <a:tab pos="6492875" algn="l"/>
                <a:tab pos="7407275" algn="l"/>
                <a:tab pos="8321675" algn="l"/>
                <a:tab pos="9236075" algn="l"/>
                <a:tab pos="10150475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92075" algn="l"/>
                <a:tab pos="1006475" algn="l"/>
                <a:tab pos="1920875" algn="l"/>
                <a:tab pos="2835275" algn="l"/>
                <a:tab pos="3749675" algn="l"/>
                <a:tab pos="4664075" algn="l"/>
                <a:tab pos="5578475" algn="l"/>
                <a:tab pos="6492875" algn="l"/>
                <a:tab pos="7407275" algn="l"/>
                <a:tab pos="8321675" algn="l"/>
                <a:tab pos="9236075" algn="l"/>
                <a:tab pos="10150475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92075" algn="l"/>
                <a:tab pos="1006475" algn="l"/>
                <a:tab pos="1920875" algn="l"/>
                <a:tab pos="2835275" algn="l"/>
                <a:tab pos="3749675" algn="l"/>
                <a:tab pos="4664075" algn="l"/>
                <a:tab pos="5578475" algn="l"/>
                <a:tab pos="6492875" algn="l"/>
                <a:tab pos="7407275" algn="l"/>
                <a:tab pos="8321675" algn="l"/>
                <a:tab pos="9236075" algn="l"/>
                <a:tab pos="10150475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92075" algn="l"/>
                <a:tab pos="1006475" algn="l"/>
                <a:tab pos="1920875" algn="l"/>
                <a:tab pos="2835275" algn="l"/>
                <a:tab pos="3749675" algn="l"/>
                <a:tab pos="4664075" algn="l"/>
                <a:tab pos="5578475" algn="l"/>
                <a:tab pos="6492875" algn="l"/>
                <a:tab pos="7407275" algn="l"/>
                <a:tab pos="8321675" algn="l"/>
                <a:tab pos="9236075" algn="l"/>
                <a:tab pos="10150475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spcBef>
                <a:spcPts val="200"/>
              </a:spcBef>
            </a:pPr>
            <a:r>
              <a:rPr lang="ko-KR" altLang="ko-KR" sz="800">
                <a:solidFill>
                  <a:srgbClr val="000000"/>
                </a:solidFill>
                <a:latin typeface="Trebuchet MS" pitchFamily="34" charset="0"/>
                <a:ea typeface="맑은 고딕" pitchFamily="50" charset="-127"/>
              </a:rPr>
              <a:t>입력 가능한 가입금액은</a:t>
            </a:r>
          </a:p>
          <a:p>
            <a:pPr algn="ctr" eaLnBrk="1" hangingPunct="1">
              <a:spcBef>
                <a:spcPts val="200"/>
              </a:spcBef>
            </a:pPr>
            <a:r>
              <a:rPr lang="en-US" altLang="ko-KR" sz="800">
                <a:solidFill>
                  <a:srgbClr val="000000"/>
                </a:solidFill>
                <a:latin typeface="맑은 고딕" pitchFamily="50" charset="-127"/>
                <a:ea typeface="맑은 고딕" pitchFamily="50" charset="-127"/>
              </a:rPr>
              <a:t>XXX</a:t>
            </a:r>
            <a:r>
              <a:rPr lang="ko-KR" altLang="ko-KR" sz="800">
                <a:solidFill>
                  <a:srgbClr val="000000"/>
                </a:solidFill>
                <a:latin typeface="맑은 고딕" pitchFamily="50" charset="-127"/>
                <a:ea typeface="맑은 고딕" pitchFamily="50" charset="-127"/>
              </a:rPr>
              <a:t>만원 </a:t>
            </a:r>
            <a:r>
              <a:rPr lang="en-US" altLang="ko-KR" sz="800">
                <a:solidFill>
                  <a:srgbClr val="000000"/>
                </a:solidFill>
                <a:latin typeface="맑은 고딕" pitchFamily="50" charset="-127"/>
                <a:ea typeface="맑은 고딕" pitchFamily="50" charset="-127"/>
              </a:rPr>
              <a:t>~ XXX</a:t>
            </a:r>
            <a:r>
              <a:rPr lang="ko-KR" altLang="ko-KR" sz="800">
                <a:solidFill>
                  <a:srgbClr val="000000"/>
                </a:solidFill>
                <a:latin typeface="맑은 고딕" pitchFamily="50" charset="-127"/>
                <a:ea typeface="맑은 고딕" pitchFamily="50" charset="-127"/>
              </a:rPr>
              <a:t>만원</a:t>
            </a:r>
          </a:p>
          <a:p>
            <a:pPr algn="ctr" eaLnBrk="1" hangingPunct="1">
              <a:spcBef>
                <a:spcPts val="200"/>
              </a:spcBef>
            </a:pPr>
            <a:r>
              <a:rPr lang="ko-KR" altLang="ko-KR" sz="800">
                <a:solidFill>
                  <a:srgbClr val="000000"/>
                </a:solidFill>
                <a:latin typeface="Trebuchet MS" pitchFamily="34" charset="0"/>
                <a:ea typeface="맑은 고딕" pitchFamily="50" charset="-127"/>
              </a:rPr>
              <a:t>입니다</a:t>
            </a:r>
            <a:r>
              <a:rPr lang="en-US" altLang="ko-KR" sz="800">
                <a:solidFill>
                  <a:srgbClr val="000000"/>
                </a:solidFill>
                <a:latin typeface="Trebuchet MS" pitchFamily="34" charset="0"/>
                <a:ea typeface="맑은 고딕" pitchFamily="50" charset="-127"/>
              </a:rPr>
              <a:t>.</a:t>
            </a:r>
          </a:p>
          <a:p>
            <a:pPr algn="ctr" eaLnBrk="1" hangingPunct="1">
              <a:spcBef>
                <a:spcPts val="200"/>
              </a:spcBef>
            </a:pPr>
            <a:endParaRPr lang="en-US" altLang="ko-KR" sz="800">
              <a:solidFill>
                <a:srgbClr val="000000"/>
              </a:solidFill>
              <a:latin typeface="Trebuchet MS" pitchFamily="34" charset="0"/>
              <a:ea typeface="맑은 고딕" pitchFamily="50" charset="-127"/>
            </a:endParaRPr>
          </a:p>
          <a:p>
            <a:pPr algn="ctr" eaLnBrk="1" hangingPunct="1">
              <a:spcBef>
                <a:spcPts val="200"/>
              </a:spcBef>
            </a:pPr>
            <a:endParaRPr lang="en-US" altLang="ko-KR" sz="800">
              <a:solidFill>
                <a:srgbClr val="000000"/>
              </a:solidFill>
              <a:latin typeface="Trebuchet MS" pitchFamily="34" charset="0"/>
              <a:ea typeface="맑은 고딕" pitchFamily="50" charset="-127"/>
            </a:endParaRPr>
          </a:p>
        </p:txBody>
      </p:sp>
      <p:sp>
        <p:nvSpPr>
          <p:cNvPr id="80" name="AutoShape 159"/>
          <p:cNvSpPr>
            <a:spLocks noChangeArrowheads="1"/>
          </p:cNvSpPr>
          <p:nvPr/>
        </p:nvSpPr>
        <p:spPr bwMode="auto">
          <a:xfrm>
            <a:off x="4375150" y="2557487"/>
            <a:ext cx="663575" cy="214313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EDEDED"/>
              </a:gs>
              <a:gs pos="100000">
                <a:srgbClr val="BCBCBC"/>
              </a:gs>
            </a:gsLst>
            <a:lin ang="16200000" scaled="1"/>
          </a:gradFill>
          <a:ln w="9360">
            <a:solidFill>
              <a:srgbClr val="4D4D4D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 marL="92075" indent="-90488" eaLnBrk="0" hangingPunct="0">
              <a:tabLst>
                <a:tab pos="92075" algn="l"/>
                <a:tab pos="1006475" algn="l"/>
                <a:tab pos="1920875" algn="l"/>
                <a:tab pos="2835275" algn="l"/>
                <a:tab pos="3749675" algn="l"/>
                <a:tab pos="4664075" algn="l"/>
                <a:tab pos="5578475" algn="l"/>
                <a:tab pos="6492875" algn="l"/>
                <a:tab pos="7407275" algn="l"/>
                <a:tab pos="8321675" algn="l"/>
                <a:tab pos="9236075" algn="l"/>
                <a:tab pos="10150475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tabLst>
                <a:tab pos="92075" algn="l"/>
                <a:tab pos="1006475" algn="l"/>
                <a:tab pos="1920875" algn="l"/>
                <a:tab pos="2835275" algn="l"/>
                <a:tab pos="3749675" algn="l"/>
                <a:tab pos="4664075" algn="l"/>
                <a:tab pos="5578475" algn="l"/>
                <a:tab pos="6492875" algn="l"/>
                <a:tab pos="7407275" algn="l"/>
                <a:tab pos="8321675" algn="l"/>
                <a:tab pos="9236075" algn="l"/>
                <a:tab pos="10150475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tabLst>
                <a:tab pos="92075" algn="l"/>
                <a:tab pos="1006475" algn="l"/>
                <a:tab pos="1920875" algn="l"/>
                <a:tab pos="2835275" algn="l"/>
                <a:tab pos="3749675" algn="l"/>
                <a:tab pos="4664075" algn="l"/>
                <a:tab pos="5578475" algn="l"/>
                <a:tab pos="6492875" algn="l"/>
                <a:tab pos="7407275" algn="l"/>
                <a:tab pos="8321675" algn="l"/>
                <a:tab pos="9236075" algn="l"/>
                <a:tab pos="10150475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tabLst>
                <a:tab pos="92075" algn="l"/>
                <a:tab pos="1006475" algn="l"/>
                <a:tab pos="1920875" algn="l"/>
                <a:tab pos="2835275" algn="l"/>
                <a:tab pos="3749675" algn="l"/>
                <a:tab pos="4664075" algn="l"/>
                <a:tab pos="5578475" algn="l"/>
                <a:tab pos="6492875" algn="l"/>
                <a:tab pos="7407275" algn="l"/>
                <a:tab pos="8321675" algn="l"/>
                <a:tab pos="9236075" algn="l"/>
                <a:tab pos="10150475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tabLst>
                <a:tab pos="92075" algn="l"/>
                <a:tab pos="1006475" algn="l"/>
                <a:tab pos="1920875" algn="l"/>
                <a:tab pos="2835275" algn="l"/>
                <a:tab pos="3749675" algn="l"/>
                <a:tab pos="4664075" algn="l"/>
                <a:tab pos="5578475" algn="l"/>
                <a:tab pos="6492875" algn="l"/>
                <a:tab pos="7407275" algn="l"/>
                <a:tab pos="8321675" algn="l"/>
                <a:tab pos="9236075" algn="l"/>
                <a:tab pos="10150475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92075" algn="l"/>
                <a:tab pos="1006475" algn="l"/>
                <a:tab pos="1920875" algn="l"/>
                <a:tab pos="2835275" algn="l"/>
                <a:tab pos="3749675" algn="l"/>
                <a:tab pos="4664075" algn="l"/>
                <a:tab pos="5578475" algn="l"/>
                <a:tab pos="6492875" algn="l"/>
                <a:tab pos="7407275" algn="l"/>
                <a:tab pos="8321675" algn="l"/>
                <a:tab pos="9236075" algn="l"/>
                <a:tab pos="10150475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92075" algn="l"/>
                <a:tab pos="1006475" algn="l"/>
                <a:tab pos="1920875" algn="l"/>
                <a:tab pos="2835275" algn="l"/>
                <a:tab pos="3749675" algn="l"/>
                <a:tab pos="4664075" algn="l"/>
                <a:tab pos="5578475" algn="l"/>
                <a:tab pos="6492875" algn="l"/>
                <a:tab pos="7407275" algn="l"/>
                <a:tab pos="8321675" algn="l"/>
                <a:tab pos="9236075" algn="l"/>
                <a:tab pos="10150475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92075" algn="l"/>
                <a:tab pos="1006475" algn="l"/>
                <a:tab pos="1920875" algn="l"/>
                <a:tab pos="2835275" algn="l"/>
                <a:tab pos="3749675" algn="l"/>
                <a:tab pos="4664075" algn="l"/>
                <a:tab pos="5578475" algn="l"/>
                <a:tab pos="6492875" algn="l"/>
                <a:tab pos="7407275" algn="l"/>
                <a:tab pos="8321675" algn="l"/>
                <a:tab pos="9236075" algn="l"/>
                <a:tab pos="10150475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92075" algn="l"/>
                <a:tab pos="1006475" algn="l"/>
                <a:tab pos="1920875" algn="l"/>
                <a:tab pos="2835275" algn="l"/>
                <a:tab pos="3749675" algn="l"/>
                <a:tab pos="4664075" algn="l"/>
                <a:tab pos="5578475" algn="l"/>
                <a:tab pos="6492875" algn="l"/>
                <a:tab pos="7407275" algn="l"/>
                <a:tab pos="8321675" algn="l"/>
                <a:tab pos="9236075" algn="l"/>
                <a:tab pos="10150475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/>
            <a:r>
              <a:rPr lang="ko-KR" altLang="ko-KR" sz="800">
                <a:solidFill>
                  <a:srgbClr val="000000"/>
                </a:solidFill>
                <a:latin typeface="Trebuchet MS" pitchFamily="34" charset="0"/>
                <a:ea typeface="맑은 고딕" pitchFamily="50" charset="-127"/>
              </a:rPr>
              <a:t>확인</a:t>
            </a:r>
          </a:p>
        </p:txBody>
      </p:sp>
      <p:sp>
        <p:nvSpPr>
          <p:cNvPr id="81" name="Rectangle 160"/>
          <p:cNvSpPr>
            <a:spLocks noChangeArrowheads="1"/>
          </p:cNvSpPr>
          <p:nvPr/>
        </p:nvSpPr>
        <p:spPr bwMode="auto">
          <a:xfrm>
            <a:off x="3921125" y="1724050"/>
            <a:ext cx="1433513" cy="20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lIns="0" tIns="0" rIns="90000" bIns="46800">
            <a:spAutoFit/>
          </a:bodyPr>
          <a:lstStyle>
            <a:lvl1pPr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/>
            <a:r>
              <a:rPr lang="en-US" altLang="ko-KR" b="1">
                <a:solidFill>
                  <a:srgbClr val="7575D1"/>
                </a:solidFill>
                <a:latin typeface="Trebuchet MS" pitchFamily="34" charset="0"/>
                <a:ea typeface="맑은 고딕" pitchFamily="50" charset="-127"/>
              </a:rPr>
              <a:t>[</a:t>
            </a:r>
            <a:r>
              <a:rPr lang="ko-KR" altLang="ko-KR" b="1">
                <a:solidFill>
                  <a:srgbClr val="7575D1"/>
                </a:solidFill>
                <a:latin typeface="Trebuchet MS" pitchFamily="34" charset="0"/>
                <a:ea typeface="맑은 고딕" pitchFamily="50" charset="-127"/>
              </a:rPr>
              <a:t>가입금액 초과 입력 시</a:t>
            </a:r>
            <a:r>
              <a:rPr lang="en-US" altLang="ko-KR" b="1">
                <a:solidFill>
                  <a:srgbClr val="7575D1"/>
                </a:solidFill>
                <a:latin typeface="Trebuchet MS" pitchFamily="34" charset="0"/>
                <a:ea typeface="맑은 고딕" pitchFamily="50" charset="-127"/>
              </a:rPr>
              <a:t>]</a:t>
            </a:r>
          </a:p>
        </p:txBody>
      </p:sp>
      <p:sp>
        <p:nvSpPr>
          <p:cNvPr id="82" name="Oval 161"/>
          <p:cNvSpPr>
            <a:spLocks noChangeArrowheads="1"/>
          </p:cNvSpPr>
          <p:nvPr/>
        </p:nvSpPr>
        <p:spPr bwMode="auto">
          <a:xfrm>
            <a:off x="5553075" y="2032025"/>
            <a:ext cx="171450" cy="171450"/>
          </a:xfrm>
          <a:prstGeom prst="ellipse">
            <a:avLst/>
          </a:prstGeom>
          <a:solidFill>
            <a:srgbClr val="FF1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lIns="0" tIns="0" rIns="0" bIns="0" anchor="ctr"/>
          <a:lstStyle>
            <a:lvl1pPr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/>
            <a:r>
              <a:rPr lang="en-US" altLang="ko-KR" sz="900" b="1">
                <a:solidFill>
                  <a:srgbClr val="FFFFFF"/>
                </a:solidFill>
                <a:latin typeface="Calibri" pitchFamily="34" charset="0"/>
                <a:ea typeface="맑은 고딕" pitchFamily="50" charset="-127"/>
              </a:rPr>
              <a:t>3</a:t>
            </a:r>
          </a:p>
        </p:txBody>
      </p:sp>
      <p:cxnSp>
        <p:nvCxnSpPr>
          <p:cNvPr id="83" name="AutoShape 162"/>
          <p:cNvCxnSpPr>
            <a:cxnSpLocks noChangeShapeType="1"/>
          </p:cNvCxnSpPr>
          <p:nvPr/>
        </p:nvCxnSpPr>
        <p:spPr bwMode="auto">
          <a:xfrm>
            <a:off x="2349500" y="3509987"/>
            <a:ext cx="1193800" cy="500063"/>
          </a:xfrm>
          <a:prstGeom prst="bentConnector3">
            <a:avLst>
              <a:gd name="adj1" fmla="val 50000"/>
            </a:avLst>
          </a:prstGeom>
          <a:noFill/>
          <a:ln w="3240">
            <a:solidFill>
              <a:srgbClr val="FF0000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84" name="Oval 163"/>
          <p:cNvSpPr>
            <a:spLocks noChangeArrowheads="1"/>
          </p:cNvSpPr>
          <p:nvPr/>
        </p:nvSpPr>
        <p:spPr bwMode="auto">
          <a:xfrm>
            <a:off x="2476500" y="4448200"/>
            <a:ext cx="171450" cy="171450"/>
          </a:xfrm>
          <a:prstGeom prst="ellipse">
            <a:avLst/>
          </a:prstGeom>
          <a:solidFill>
            <a:srgbClr val="FF1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lIns="0" tIns="0" rIns="0" bIns="0" anchor="ctr"/>
          <a:lstStyle>
            <a:lvl1pPr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/>
            <a:r>
              <a:rPr lang="en-US" altLang="ko-KR" sz="900" b="1">
                <a:solidFill>
                  <a:srgbClr val="FFFFFF"/>
                </a:solidFill>
                <a:latin typeface="Calibri" pitchFamily="34" charset="0"/>
                <a:ea typeface="맑은 고딕" pitchFamily="50" charset="-127"/>
              </a:rPr>
              <a:t>2</a:t>
            </a:r>
          </a:p>
        </p:txBody>
      </p:sp>
      <p:sp>
        <p:nvSpPr>
          <p:cNvPr id="85" name="AutoShape 164"/>
          <p:cNvSpPr>
            <a:spLocks noChangeArrowheads="1"/>
          </p:cNvSpPr>
          <p:nvPr/>
        </p:nvSpPr>
        <p:spPr bwMode="auto">
          <a:xfrm>
            <a:off x="3908425" y="3371875"/>
            <a:ext cx="1617663" cy="904875"/>
          </a:xfrm>
          <a:prstGeom prst="roundRect">
            <a:avLst>
              <a:gd name="adj" fmla="val 6602"/>
            </a:avLst>
          </a:prstGeom>
          <a:solidFill>
            <a:srgbClr val="F2F2F2"/>
          </a:solidFill>
          <a:ln w="9360">
            <a:solidFill>
              <a:srgbClr val="808080"/>
            </a:solidFill>
            <a:miter lim="800000"/>
            <a:headEnd/>
            <a:tailEnd/>
          </a:ln>
        </p:spPr>
        <p:txBody>
          <a:bodyPr lIns="90000" tIns="46800" rIns="90000" bIns="46800" anchor="ctr"/>
          <a:lstStyle>
            <a:lvl1pPr marL="92075" indent="-90488" eaLnBrk="0" hangingPunct="0">
              <a:tabLst>
                <a:tab pos="92075" algn="l"/>
                <a:tab pos="1006475" algn="l"/>
                <a:tab pos="1920875" algn="l"/>
                <a:tab pos="2835275" algn="l"/>
                <a:tab pos="3749675" algn="l"/>
                <a:tab pos="4664075" algn="l"/>
                <a:tab pos="5578475" algn="l"/>
                <a:tab pos="6492875" algn="l"/>
                <a:tab pos="7407275" algn="l"/>
                <a:tab pos="8321675" algn="l"/>
                <a:tab pos="9236075" algn="l"/>
                <a:tab pos="10150475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tabLst>
                <a:tab pos="92075" algn="l"/>
                <a:tab pos="1006475" algn="l"/>
                <a:tab pos="1920875" algn="l"/>
                <a:tab pos="2835275" algn="l"/>
                <a:tab pos="3749675" algn="l"/>
                <a:tab pos="4664075" algn="l"/>
                <a:tab pos="5578475" algn="l"/>
                <a:tab pos="6492875" algn="l"/>
                <a:tab pos="7407275" algn="l"/>
                <a:tab pos="8321675" algn="l"/>
                <a:tab pos="9236075" algn="l"/>
                <a:tab pos="10150475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tabLst>
                <a:tab pos="92075" algn="l"/>
                <a:tab pos="1006475" algn="l"/>
                <a:tab pos="1920875" algn="l"/>
                <a:tab pos="2835275" algn="l"/>
                <a:tab pos="3749675" algn="l"/>
                <a:tab pos="4664075" algn="l"/>
                <a:tab pos="5578475" algn="l"/>
                <a:tab pos="6492875" algn="l"/>
                <a:tab pos="7407275" algn="l"/>
                <a:tab pos="8321675" algn="l"/>
                <a:tab pos="9236075" algn="l"/>
                <a:tab pos="10150475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tabLst>
                <a:tab pos="92075" algn="l"/>
                <a:tab pos="1006475" algn="l"/>
                <a:tab pos="1920875" algn="l"/>
                <a:tab pos="2835275" algn="l"/>
                <a:tab pos="3749675" algn="l"/>
                <a:tab pos="4664075" algn="l"/>
                <a:tab pos="5578475" algn="l"/>
                <a:tab pos="6492875" algn="l"/>
                <a:tab pos="7407275" algn="l"/>
                <a:tab pos="8321675" algn="l"/>
                <a:tab pos="9236075" algn="l"/>
                <a:tab pos="10150475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tabLst>
                <a:tab pos="92075" algn="l"/>
                <a:tab pos="1006475" algn="l"/>
                <a:tab pos="1920875" algn="l"/>
                <a:tab pos="2835275" algn="l"/>
                <a:tab pos="3749675" algn="l"/>
                <a:tab pos="4664075" algn="l"/>
                <a:tab pos="5578475" algn="l"/>
                <a:tab pos="6492875" algn="l"/>
                <a:tab pos="7407275" algn="l"/>
                <a:tab pos="8321675" algn="l"/>
                <a:tab pos="9236075" algn="l"/>
                <a:tab pos="10150475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92075" algn="l"/>
                <a:tab pos="1006475" algn="l"/>
                <a:tab pos="1920875" algn="l"/>
                <a:tab pos="2835275" algn="l"/>
                <a:tab pos="3749675" algn="l"/>
                <a:tab pos="4664075" algn="l"/>
                <a:tab pos="5578475" algn="l"/>
                <a:tab pos="6492875" algn="l"/>
                <a:tab pos="7407275" algn="l"/>
                <a:tab pos="8321675" algn="l"/>
                <a:tab pos="9236075" algn="l"/>
                <a:tab pos="10150475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92075" algn="l"/>
                <a:tab pos="1006475" algn="l"/>
                <a:tab pos="1920875" algn="l"/>
                <a:tab pos="2835275" algn="l"/>
                <a:tab pos="3749675" algn="l"/>
                <a:tab pos="4664075" algn="l"/>
                <a:tab pos="5578475" algn="l"/>
                <a:tab pos="6492875" algn="l"/>
                <a:tab pos="7407275" algn="l"/>
                <a:tab pos="8321675" algn="l"/>
                <a:tab pos="9236075" algn="l"/>
                <a:tab pos="10150475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92075" algn="l"/>
                <a:tab pos="1006475" algn="l"/>
                <a:tab pos="1920875" algn="l"/>
                <a:tab pos="2835275" algn="l"/>
                <a:tab pos="3749675" algn="l"/>
                <a:tab pos="4664075" algn="l"/>
                <a:tab pos="5578475" algn="l"/>
                <a:tab pos="6492875" algn="l"/>
                <a:tab pos="7407275" algn="l"/>
                <a:tab pos="8321675" algn="l"/>
                <a:tab pos="9236075" algn="l"/>
                <a:tab pos="10150475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92075" algn="l"/>
                <a:tab pos="1006475" algn="l"/>
                <a:tab pos="1920875" algn="l"/>
                <a:tab pos="2835275" algn="l"/>
                <a:tab pos="3749675" algn="l"/>
                <a:tab pos="4664075" algn="l"/>
                <a:tab pos="5578475" algn="l"/>
                <a:tab pos="6492875" algn="l"/>
                <a:tab pos="7407275" algn="l"/>
                <a:tab pos="8321675" algn="l"/>
                <a:tab pos="9236075" algn="l"/>
                <a:tab pos="10150475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spcBef>
                <a:spcPts val="200"/>
              </a:spcBef>
            </a:pPr>
            <a:r>
              <a:rPr lang="ko-KR" altLang="ko-KR" sz="800">
                <a:solidFill>
                  <a:srgbClr val="000000"/>
                </a:solidFill>
                <a:latin typeface="Trebuchet MS" pitchFamily="34" charset="0"/>
                <a:ea typeface="맑은 고딕" pitchFamily="50" charset="-127"/>
              </a:rPr>
              <a:t>입력 가능한 합산금액의</a:t>
            </a:r>
          </a:p>
          <a:p>
            <a:pPr algn="ctr" eaLnBrk="1" hangingPunct="1">
              <a:spcBef>
                <a:spcPts val="200"/>
              </a:spcBef>
            </a:pPr>
            <a:r>
              <a:rPr lang="en-US" altLang="ko-KR" sz="800">
                <a:solidFill>
                  <a:srgbClr val="000000"/>
                </a:solidFill>
                <a:latin typeface="Trebuchet MS" pitchFamily="34" charset="0"/>
                <a:ea typeface="맑은 고딕" pitchFamily="50" charset="-127"/>
              </a:rPr>
              <a:t> </a:t>
            </a:r>
            <a:r>
              <a:rPr lang="ko-KR" altLang="ko-KR" sz="800">
                <a:solidFill>
                  <a:srgbClr val="000000"/>
                </a:solidFill>
                <a:latin typeface="Trebuchet MS" pitchFamily="34" charset="0"/>
                <a:ea typeface="맑은 고딕" pitchFamily="50" charset="-127"/>
              </a:rPr>
              <a:t>한도는 </a:t>
            </a:r>
            <a:r>
              <a:rPr lang="en-US" altLang="ko-KR" sz="800">
                <a:solidFill>
                  <a:srgbClr val="000000"/>
                </a:solidFill>
                <a:latin typeface="맑은 고딕" pitchFamily="50" charset="-127"/>
                <a:ea typeface="맑은 고딕" pitchFamily="50" charset="-127"/>
              </a:rPr>
              <a:t>XXX</a:t>
            </a:r>
            <a:r>
              <a:rPr lang="ko-KR" altLang="ko-KR" sz="800">
                <a:solidFill>
                  <a:srgbClr val="000000"/>
                </a:solidFill>
                <a:latin typeface="맑은 고딕" pitchFamily="50" charset="-127"/>
                <a:ea typeface="맑은 고딕" pitchFamily="50" charset="-127"/>
              </a:rPr>
              <a:t>만원</a:t>
            </a:r>
          </a:p>
          <a:p>
            <a:pPr algn="ctr" eaLnBrk="1" hangingPunct="1">
              <a:spcBef>
                <a:spcPts val="200"/>
              </a:spcBef>
            </a:pPr>
            <a:r>
              <a:rPr lang="ko-KR" altLang="ko-KR" sz="800">
                <a:solidFill>
                  <a:srgbClr val="000000"/>
                </a:solidFill>
                <a:latin typeface="Trebuchet MS" pitchFamily="34" charset="0"/>
                <a:ea typeface="맑은 고딕" pitchFamily="50" charset="-127"/>
              </a:rPr>
              <a:t>입니다</a:t>
            </a:r>
            <a:r>
              <a:rPr lang="en-US" altLang="ko-KR" sz="800">
                <a:solidFill>
                  <a:srgbClr val="000000"/>
                </a:solidFill>
                <a:latin typeface="Trebuchet MS" pitchFamily="34" charset="0"/>
                <a:ea typeface="맑은 고딕" pitchFamily="50" charset="-127"/>
              </a:rPr>
              <a:t>.</a:t>
            </a:r>
          </a:p>
          <a:p>
            <a:pPr algn="ctr" eaLnBrk="1" hangingPunct="1">
              <a:spcBef>
                <a:spcPts val="200"/>
              </a:spcBef>
            </a:pPr>
            <a:endParaRPr lang="en-US" altLang="ko-KR" sz="800">
              <a:solidFill>
                <a:srgbClr val="000000"/>
              </a:solidFill>
              <a:latin typeface="Trebuchet MS" pitchFamily="34" charset="0"/>
              <a:ea typeface="맑은 고딕" pitchFamily="50" charset="-127"/>
            </a:endParaRPr>
          </a:p>
          <a:p>
            <a:pPr algn="ctr" eaLnBrk="1" hangingPunct="1">
              <a:spcBef>
                <a:spcPts val="200"/>
              </a:spcBef>
            </a:pPr>
            <a:endParaRPr lang="en-US" altLang="ko-KR" sz="800">
              <a:solidFill>
                <a:srgbClr val="000000"/>
              </a:solidFill>
              <a:latin typeface="Trebuchet MS" pitchFamily="34" charset="0"/>
              <a:ea typeface="맑은 고딕" pitchFamily="50" charset="-127"/>
            </a:endParaRPr>
          </a:p>
        </p:txBody>
      </p:sp>
      <p:sp>
        <p:nvSpPr>
          <p:cNvPr id="86" name="AutoShape 165"/>
          <p:cNvSpPr>
            <a:spLocks noChangeArrowheads="1"/>
          </p:cNvSpPr>
          <p:nvPr/>
        </p:nvSpPr>
        <p:spPr bwMode="auto">
          <a:xfrm>
            <a:off x="4375150" y="4005287"/>
            <a:ext cx="663575" cy="214313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EDEDED"/>
              </a:gs>
              <a:gs pos="100000">
                <a:srgbClr val="BCBCBC"/>
              </a:gs>
            </a:gsLst>
            <a:lin ang="16200000" scaled="1"/>
          </a:gradFill>
          <a:ln w="9360">
            <a:solidFill>
              <a:srgbClr val="4D4D4D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 marL="92075" indent="-90488" eaLnBrk="0" hangingPunct="0">
              <a:tabLst>
                <a:tab pos="92075" algn="l"/>
                <a:tab pos="1006475" algn="l"/>
                <a:tab pos="1920875" algn="l"/>
                <a:tab pos="2835275" algn="l"/>
                <a:tab pos="3749675" algn="l"/>
                <a:tab pos="4664075" algn="l"/>
                <a:tab pos="5578475" algn="l"/>
                <a:tab pos="6492875" algn="l"/>
                <a:tab pos="7407275" algn="l"/>
                <a:tab pos="8321675" algn="l"/>
                <a:tab pos="9236075" algn="l"/>
                <a:tab pos="10150475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tabLst>
                <a:tab pos="92075" algn="l"/>
                <a:tab pos="1006475" algn="l"/>
                <a:tab pos="1920875" algn="l"/>
                <a:tab pos="2835275" algn="l"/>
                <a:tab pos="3749675" algn="l"/>
                <a:tab pos="4664075" algn="l"/>
                <a:tab pos="5578475" algn="l"/>
                <a:tab pos="6492875" algn="l"/>
                <a:tab pos="7407275" algn="l"/>
                <a:tab pos="8321675" algn="l"/>
                <a:tab pos="9236075" algn="l"/>
                <a:tab pos="10150475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tabLst>
                <a:tab pos="92075" algn="l"/>
                <a:tab pos="1006475" algn="l"/>
                <a:tab pos="1920875" algn="l"/>
                <a:tab pos="2835275" algn="l"/>
                <a:tab pos="3749675" algn="l"/>
                <a:tab pos="4664075" algn="l"/>
                <a:tab pos="5578475" algn="l"/>
                <a:tab pos="6492875" algn="l"/>
                <a:tab pos="7407275" algn="l"/>
                <a:tab pos="8321675" algn="l"/>
                <a:tab pos="9236075" algn="l"/>
                <a:tab pos="10150475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tabLst>
                <a:tab pos="92075" algn="l"/>
                <a:tab pos="1006475" algn="l"/>
                <a:tab pos="1920875" algn="l"/>
                <a:tab pos="2835275" algn="l"/>
                <a:tab pos="3749675" algn="l"/>
                <a:tab pos="4664075" algn="l"/>
                <a:tab pos="5578475" algn="l"/>
                <a:tab pos="6492875" algn="l"/>
                <a:tab pos="7407275" algn="l"/>
                <a:tab pos="8321675" algn="l"/>
                <a:tab pos="9236075" algn="l"/>
                <a:tab pos="10150475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tabLst>
                <a:tab pos="92075" algn="l"/>
                <a:tab pos="1006475" algn="l"/>
                <a:tab pos="1920875" algn="l"/>
                <a:tab pos="2835275" algn="l"/>
                <a:tab pos="3749675" algn="l"/>
                <a:tab pos="4664075" algn="l"/>
                <a:tab pos="5578475" algn="l"/>
                <a:tab pos="6492875" algn="l"/>
                <a:tab pos="7407275" algn="l"/>
                <a:tab pos="8321675" algn="l"/>
                <a:tab pos="9236075" algn="l"/>
                <a:tab pos="10150475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92075" algn="l"/>
                <a:tab pos="1006475" algn="l"/>
                <a:tab pos="1920875" algn="l"/>
                <a:tab pos="2835275" algn="l"/>
                <a:tab pos="3749675" algn="l"/>
                <a:tab pos="4664075" algn="l"/>
                <a:tab pos="5578475" algn="l"/>
                <a:tab pos="6492875" algn="l"/>
                <a:tab pos="7407275" algn="l"/>
                <a:tab pos="8321675" algn="l"/>
                <a:tab pos="9236075" algn="l"/>
                <a:tab pos="10150475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92075" algn="l"/>
                <a:tab pos="1006475" algn="l"/>
                <a:tab pos="1920875" algn="l"/>
                <a:tab pos="2835275" algn="l"/>
                <a:tab pos="3749675" algn="l"/>
                <a:tab pos="4664075" algn="l"/>
                <a:tab pos="5578475" algn="l"/>
                <a:tab pos="6492875" algn="l"/>
                <a:tab pos="7407275" algn="l"/>
                <a:tab pos="8321675" algn="l"/>
                <a:tab pos="9236075" algn="l"/>
                <a:tab pos="10150475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92075" algn="l"/>
                <a:tab pos="1006475" algn="l"/>
                <a:tab pos="1920875" algn="l"/>
                <a:tab pos="2835275" algn="l"/>
                <a:tab pos="3749675" algn="l"/>
                <a:tab pos="4664075" algn="l"/>
                <a:tab pos="5578475" algn="l"/>
                <a:tab pos="6492875" algn="l"/>
                <a:tab pos="7407275" algn="l"/>
                <a:tab pos="8321675" algn="l"/>
                <a:tab pos="9236075" algn="l"/>
                <a:tab pos="10150475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92075" algn="l"/>
                <a:tab pos="1006475" algn="l"/>
                <a:tab pos="1920875" algn="l"/>
                <a:tab pos="2835275" algn="l"/>
                <a:tab pos="3749675" algn="l"/>
                <a:tab pos="4664075" algn="l"/>
                <a:tab pos="5578475" algn="l"/>
                <a:tab pos="6492875" algn="l"/>
                <a:tab pos="7407275" algn="l"/>
                <a:tab pos="8321675" algn="l"/>
                <a:tab pos="9236075" algn="l"/>
                <a:tab pos="10150475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/>
            <a:r>
              <a:rPr lang="ko-KR" altLang="ko-KR" sz="800">
                <a:solidFill>
                  <a:srgbClr val="000000"/>
                </a:solidFill>
                <a:latin typeface="Trebuchet MS" pitchFamily="34" charset="0"/>
                <a:ea typeface="맑은 고딕" pitchFamily="50" charset="-127"/>
              </a:rPr>
              <a:t>확인</a:t>
            </a:r>
          </a:p>
        </p:txBody>
      </p:sp>
      <p:sp>
        <p:nvSpPr>
          <p:cNvPr id="87" name="Rectangle 166"/>
          <p:cNvSpPr>
            <a:spLocks noChangeArrowheads="1"/>
          </p:cNvSpPr>
          <p:nvPr/>
        </p:nvSpPr>
        <p:spPr bwMode="auto">
          <a:xfrm>
            <a:off x="3929063" y="3171850"/>
            <a:ext cx="1501775" cy="2016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lIns="0" tIns="0" rIns="90000" bIns="46800">
            <a:spAutoFit/>
          </a:bodyPr>
          <a:lstStyle>
            <a:lvl1pPr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/>
            <a:r>
              <a:rPr lang="en-US" altLang="ko-KR" b="1">
                <a:solidFill>
                  <a:srgbClr val="7575D1"/>
                </a:solidFill>
                <a:latin typeface="Trebuchet MS" pitchFamily="34" charset="0"/>
                <a:ea typeface="맑은 고딕" pitchFamily="50" charset="-127"/>
              </a:rPr>
              <a:t>[</a:t>
            </a:r>
            <a:r>
              <a:rPr lang="ko-KR" altLang="ko-KR" b="1">
                <a:solidFill>
                  <a:srgbClr val="7575D1"/>
                </a:solidFill>
                <a:latin typeface="Trebuchet MS" pitchFamily="34" charset="0"/>
                <a:ea typeface="맑은 고딕" pitchFamily="50" charset="-127"/>
              </a:rPr>
              <a:t>금액 한도 초과 입력 시</a:t>
            </a:r>
            <a:r>
              <a:rPr lang="en-US" altLang="ko-KR" b="1">
                <a:solidFill>
                  <a:srgbClr val="7575D1"/>
                </a:solidFill>
                <a:latin typeface="Trebuchet MS" pitchFamily="34" charset="0"/>
                <a:ea typeface="맑은 고딕" pitchFamily="50" charset="-127"/>
              </a:rPr>
              <a:t>]</a:t>
            </a:r>
          </a:p>
        </p:txBody>
      </p:sp>
      <p:sp>
        <p:nvSpPr>
          <p:cNvPr id="88" name="Oval 167"/>
          <p:cNvSpPr>
            <a:spLocks noChangeArrowheads="1"/>
          </p:cNvSpPr>
          <p:nvPr/>
        </p:nvSpPr>
        <p:spPr bwMode="auto">
          <a:xfrm>
            <a:off x="5553075" y="3479825"/>
            <a:ext cx="171450" cy="171450"/>
          </a:xfrm>
          <a:prstGeom prst="ellipse">
            <a:avLst/>
          </a:prstGeom>
          <a:solidFill>
            <a:srgbClr val="FF1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lIns="0" tIns="0" rIns="0" bIns="0" anchor="ctr"/>
          <a:lstStyle>
            <a:lvl1pPr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/>
            <a:r>
              <a:rPr lang="en-US" altLang="ko-KR" sz="900" b="1">
                <a:solidFill>
                  <a:srgbClr val="FFFFFF"/>
                </a:solidFill>
                <a:latin typeface="Calibri" pitchFamily="34" charset="0"/>
                <a:ea typeface="맑은 고딕" pitchFamily="50" charset="-127"/>
              </a:rPr>
              <a:t>4</a:t>
            </a:r>
          </a:p>
        </p:txBody>
      </p:sp>
      <p:sp>
        <p:nvSpPr>
          <p:cNvPr id="89" name="Rectangle 172"/>
          <p:cNvSpPr>
            <a:spLocks noChangeArrowheads="1"/>
          </p:cNvSpPr>
          <p:nvPr/>
        </p:nvSpPr>
        <p:spPr bwMode="auto">
          <a:xfrm>
            <a:off x="3552825" y="1628800"/>
            <a:ext cx="2447925" cy="4305300"/>
          </a:xfrm>
          <a:prstGeom prst="rect">
            <a:avLst/>
          </a:prstGeom>
          <a:noFill/>
          <a:ln w="19080">
            <a:solidFill>
              <a:srgbClr val="D1D1F0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sp>
        <p:nvSpPr>
          <p:cNvPr id="78" name="직사각형 77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 1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sp>
        <p:nvSpPr>
          <p:cNvPr id="91" name="사각형: 둥근 모서리 26">
            <a:extLst>
              <a:ext uri="{FF2B5EF4-FFF2-40B4-BE49-F238E27FC236}">
                <a16:creationId xmlns:a16="http://schemas.microsoft.com/office/drawing/2014/main" id="{0E4A983E-CA26-604D-09BD-211D71016DDD}"/>
              </a:ext>
            </a:extLst>
          </p:cNvPr>
          <p:cNvSpPr/>
          <p:nvPr/>
        </p:nvSpPr>
        <p:spPr>
          <a:xfrm>
            <a:off x="445950" y="6445176"/>
            <a:ext cx="8252100" cy="368200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※ </a:t>
            </a:r>
            <a:r>
              <a:rPr lang="ko-KR" altLang="en-US" b="1" dirty="0">
                <a:solidFill>
                  <a:srgbClr val="FF0000"/>
                </a:solidFill>
              </a:rPr>
              <a:t>본문의 예시 내용을 지우고 과제 내용으로 변경하여 사용하세요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431DD24D-FF12-3894-E23F-6A8B7D67623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53131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8" name="제목 12"/>
          <p:cNvSpPr txBox="1">
            <a:spLocks/>
          </p:cNvSpPr>
          <p:nvPr/>
        </p:nvSpPr>
        <p:spPr>
          <a:xfrm>
            <a:off x="323528" y="692697"/>
            <a:ext cx="2952328" cy="27247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lang="ko-KR" altLang="en-US" sz="1700" b="1" noProof="0" dirty="0">
                <a:solidFill>
                  <a:schemeClr val="bg1"/>
                </a:solidFill>
                <a:latin typeface="+mn-ea"/>
                <a:cs typeface="+mj-cs"/>
              </a:rPr>
              <a:t>메뉴 구성도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1" name="직사각형 50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 1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pic>
        <p:nvPicPr>
          <p:cNvPr id="18" name="image4.png" title="이미지"/>
          <p:cNvPicPr preferRelativeResize="0"/>
          <p:nvPr/>
        </p:nvPicPr>
        <p:blipFill>
          <a:blip r:embed="rId3" cstate="print"/>
          <a:stretch>
            <a:fillRect/>
          </a:stretch>
        </p:blipFill>
        <p:spPr>
          <a:xfrm>
            <a:off x="323528" y="1370159"/>
            <a:ext cx="8496944" cy="4612231"/>
          </a:xfrm>
          <a:prstGeom prst="rect">
            <a:avLst/>
          </a:prstGeom>
          <a:noFill/>
        </p:spPr>
      </p:pic>
      <p:sp>
        <p:nvSpPr>
          <p:cNvPr id="14" name="사각형: 둥근 모서리 26">
            <a:extLst>
              <a:ext uri="{FF2B5EF4-FFF2-40B4-BE49-F238E27FC236}">
                <a16:creationId xmlns:a16="http://schemas.microsoft.com/office/drawing/2014/main" id="{DF4E7F9F-E81E-264F-67F1-2261EF859E85}"/>
              </a:ext>
            </a:extLst>
          </p:cNvPr>
          <p:cNvSpPr/>
          <p:nvPr/>
        </p:nvSpPr>
        <p:spPr>
          <a:xfrm>
            <a:off x="445950" y="6445176"/>
            <a:ext cx="8252100" cy="368200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※ </a:t>
            </a:r>
            <a:r>
              <a:rPr lang="ko-KR" altLang="en-US" b="1" dirty="0">
                <a:solidFill>
                  <a:srgbClr val="FF0000"/>
                </a:solidFill>
              </a:rPr>
              <a:t>본문의 예시 내용을 지우고 과제 내용으로 변경하여 사용하세요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05359606-F14A-DDEC-A185-BDD0EFB4D71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39034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직사각형 13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7" name="직선 연결선 16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연결선 17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9" name="제목 12"/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kumimoji="0" lang="ko-KR" altLang="en-US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메뉴 구성도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5" name="막힌 원호 34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" name="Rectangle 2"/>
          <p:cNvSpPr>
            <a:spLocks noChangeArrowheads="1"/>
          </p:cNvSpPr>
          <p:nvPr/>
        </p:nvSpPr>
        <p:spPr bwMode="auto">
          <a:xfrm>
            <a:off x="0" y="0"/>
            <a:ext cx="9144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/>
          </a:p>
        </p:txBody>
      </p:sp>
      <p:pic>
        <p:nvPicPr>
          <p:cNvPr id="20481" name="_x193052136" descr="EMB000020045b08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740" y="1700745"/>
            <a:ext cx="8362684" cy="39442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1" name="직사각형 60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 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2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sp>
        <p:nvSpPr>
          <p:cNvPr id="15" name="사각형: 둥근 모서리 26">
            <a:extLst>
              <a:ext uri="{FF2B5EF4-FFF2-40B4-BE49-F238E27FC236}">
                <a16:creationId xmlns:a16="http://schemas.microsoft.com/office/drawing/2014/main" id="{3DC963F6-25B8-BBCC-1B04-3CE6E09A0901}"/>
              </a:ext>
            </a:extLst>
          </p:cNvPr>
          <p:cNvSpPr/>
          <p:nvPr/>
        </p:nvSpPr>
        <p:spPr>
          <a:xfrm>
            <a:off x="445950" y="6445176"/>
            <a:ext cx="8252100" cy="368200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※ </a:t>
            </a:r>
            <a:r>
              <a:rPr lang="ko-KR" altLang="en-US" b="1" dirty="0">
                <a:solidFill>
                  <a:srgbClr val="FF0000"/>
                </a:solidFill>
              </a:rPr>
              <a:t>본문의 예시 내용을 지우고 과제 내용으로 변경하여 사용하세요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D6375A2A-DA98-9997-0E24-F0F1B6CF566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748775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직선 연결선 24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7" name="제목 12"/>
          <p:cNvSpPr txBox="1">
            <a:spLocks/>
          </p:cNvSpPr>
          <p:nvPr/>
        </p:nvSpPr>
        <p:spPr>
          <a:xfrm>
            <a:off x="323528" y="692696"/>
            <a:ext cx="2880320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kumimoji="0" lang="ko-KR" altLang="en-US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화면 설계서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29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graphicFrame>
        <p:nvGraphicFramePr>
          <p:cNvPr id="2" name="표 1"/>
          <p:cNvGraphicFramePr>
            <a:graphicFrameLocks noGrp="1"/>
          </p:cNvGraphicFramePr>
          <p:nvPr/>
        </p:nvGraphicFramePr>
        <p:xfrm>
          <a:off x="539552" y="1340768"/>
          <a:ext cx="7992888" cy="4621369"/>
        </p:xfrm>
        <a:graphic>
          <a:graphicData uri="http://schemas.openxmlformats.org/drawingml/2006/table">
            <a:tbl>
              <a:tblPr/>
              <a:tblGrid>
                <a:gridCol w="216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085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9758">
                <a:tc rowSpan="6"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63371" marR="63371" marT="17520" marB="1752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kern="0" spc="0">
                          <a:solidFill>
                            <a:srgbClr val="000000"/>
                          </a:solidFill>
                          <a:effectLst/>
                          <a:ea typeface="맑은 고딕"/>
                        </a:rPr>
                        <a:t>기능 번호</a:t>
                      </a:r>
                      <a:endParaRPr lang="ko-KR" altLang="en-US" sz="105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63371" marR="63371" marT="17520" marB="1752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3D7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kern="0" spc="0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LOG-01-01</a:t>
                      </a:r>
                      <a:endParaRPr lang="en-US" sz="105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63371" marR="63371" marT="17520" marB="1752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113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kern="0" spc="0">
                          <a:solidFill>
                            <a:srgbClr val="000000"/>
                          </a:solidFill>
                          <a:effectLst/>
                          <a:ea typeface="맑은 고딕"/>
                        </a:rPr>
                        <a:t>기능 명</a:t>
                      </a:r>
                      <a:endParaRPr lang="ko-KR" altLang="en-US" sz="105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63371" marR="63371" marT="17520" marB="1752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3D7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kern="0" spc="0">
                          <a:solidFill>
                            <a:srgbClr val="000000"/>
                          </a:solidFill>
                          <a:effectLst/>
                          <a:ea typeface="맑은 고딕"/>
                        </a:rPr>
                        <a:t>신규</a:t>
                      </a:r>
                      <a:r>
                        <a:rPr lang="en-US" altLang="ko-KR" sz="1050" kern="0" spc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/</a:t>
                      </a:r>
                      <a:r>
                        <a:rPr lang="ko-KR" altLang="en-US" sz="1050" kern="0" spc="0">
                          <a:solidFill>
                            <a:srgbClr val="000000"/>
                          </a:solidFill>
                          <a:effectLst/>
                          <a:ea typeface="맑은 고딕"/>
                        </a:rPr>
                        <a:t>기존 선택</a:t>
                      </a:r>
                      <a:endParaRPr lang="ko-KR" altLang="en-US" sz="105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63371" marR="63371" marT="17520" marB="1752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9391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kern="0" spc="0">
                          <a:solidFill>
                            <a:srgbClr val="000000"/>
                          </a:solidFill>
                          <a:effectLst/>
                          <a:ea typeface="맑은 고딕"/>
                        </a:rPr>
                        <a:t>기능설명</a:t>
                      </a:r>
                      <a:endParaRPr lang="ko-KR" altLang="en-US" sz="105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63371" marR="63371" marT="17520" marB="1752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3D7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kern="0" spc="0">
                          <a:solidFill>
                            <a:srgbClr val="000000"/>
                          </a:solidFill>
                          <a:effectLst/>
                          <a:ea typeface="맑은 고딕"/>
                        </a:rPr>
                        <a:t>앱의 첫 화면</a:t>
                      </a:r>
                      <a:r>
                        <a:rPr lang="en-US" altLang="ko-KR" sz="1050" kern="0" spc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,</a:t>
                      </a:r>
                      <a:endParaRPr lang="ko-KR" altLang="en-US" sz="1050" kern="0" spc="0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marL="0" marR="0" indent="0" algn="l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kern="0" spc="0">
                          <a:solidFill>
                            <a:srgbClr val="000000"/>
                          </a:solidFill>
                          <a:effectLst/>
                          <a:ea typeface="맑은 고딕"/>
                        </a:rPr>
                        <a:t>기존회원은 자신이 연동했던 계정으로 로그인을 할 수 있음</a:t>
                      </a:r>
                      <a:endParaRPr lang="ko-KR" altLang="en-US" sz="1050" kern="0" spc="0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marL="0" marR="0" indent="0" algn="l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kern="0" spc="0">
                          <a:solidFill>
                            <a:srgbClr val="000000"/>
                          </a:solidFill>
                          <a:effectLst/>
                          <a:ea typeface="맑은 고딕"/>
                        </a:rPr>
                        <a:t>신규 회원은 회원가입을 할 수 있음</a:t>
                      </a:r>
                      <a:endParaRPr lang="ko-KR" altLang="en-US" sz="105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63371" marR="63371" marT="17520" marB="1752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96931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kern="0" spc="0">
                          <a:solidFill>
                            <a:srgbClr val="000000"/>
                          </a:solidFill>
                          <a:effectLst/>
                          <a:ea typeface="맑은 고딕"/>
                        </a:rPr>
                        <a:t>처리내용</a:t>
                      </a:r>
                      <a:endParaRPr lang="ko-KR" altLang="en-US" sz="105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63371" marR="63371" marT="17520" marB="1752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3D7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kern="0" spc="0">
                          <a:solidFill>
                            <a:srgbClr val="000000"/>
                          </a:solidFill>
                          <a:effectLst/>
                          <a:ea typeface="맑은 고딕"/>
                        </a:rPr>
                        <a:t>∎기존회원의 로그인</a:t>
                      </a:r>
                      <a:endParaRPr lang="ko-KR" altLang="en-US" sz="1050" kern="0" spc="0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marL="0" marR="0" indent="0" algn="l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kern="0" spc="0">
                          <a:solidFill>
                            <a:srgbClr val="000000"/>
                          </a:solidFill>
                          <a:effectLst/>
                          <a:ea typeface="맑은 고딕"/>
                        </a:rPr>
                        <a:t>자신이 연동했던 계정으로 로그인을 할 수 있음</a:t>
                      </a:r>
                      <a:r>
                        <a:rPr lang="en-US" altLang="ko-KR" sz="1050" kern="0" spc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.</a:t>
                      </a:r>
                      <a:br>
                        <a:rPr lang="ko-KR" altLang="en-US" sz="1050" kern="0" spc="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n-US" altLang="ko-KR" sz="1050" kern="0" spc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(</a:t>
                      </a:r>
                      <a:r>
                        <a:rPr lang="ko-KR" altLang="en-US" sz="1050" kern="0" spc="0">
                          <a:solidFill>
                            <a:srgbClr val="000000"/>
                          </a:solidFill>
                          <a:effectLst/>
                          <a:ea typeface="맑은 고딕"/>
                        </a:rPr>
                        <a:t>계정의 아이콘을 누르면 로그인 창으로 넘어감</a:t>
                      </a:r>
                      <a:r>
                        <a:rPr lang="en-US" altLang="ko-KR" sz="1050" kern="0" spc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)</a:t>
                      </a:r>
                      <a:endParaRPr lang="ko-KR" altLang="en-US" sz="1050" kern="0" spc="0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marL="0" marR="0" indent="0" algn="l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kern="0" spc="0">
                          <a:solidFill>
                            <a:srgbClr val="000000"/>
                          </a:solidFill>
                          <a:effectLst/>
                          <a:ea typeface="맑은 고딕"/>
                        </a:rPr>
                        <a:t>∎신규 회원의 회원가입</a:t>
                      </a:r>
                      <a:endParaRPr lang="ko-KR" altLang="en-US" sz="1050" kern="0" spc="0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marL="0" marR="0" indent="0" algn="l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kern="0" spc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‘</a:t>
                      </a:r>
                      <a:r>
                        <a:rPr lang="ko-KR" altLang="en-US" sz="1050" kern="0" spc="0">
                          <a:solidFill>
                            <a:srgbClr val="000000"/>
                          </a:solidFill>
                          <a:effectLst/>
                          <a:ea typeface="맑은 고딕"/>
                        </a:rPr>
                        <a:t>시작하기</a:t>
                      </a:r>
                      <a:r>
                        <a:rPr lang="ko-KR" altLang="en-US" sz="1050" kern="0" spc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’ </a:t>
                      </a:r>
                      <a:r>
                        <a:rPr lang="ko-KR" altLang="en-US" sz="1050" kern="0" spc="0">
                          <a:solidFill>
                            <a:srgbClr val="000000"/>
                          </a:solidFill>
                          <a:effectLst/>
                          <a:ea typeface="맑은 고딕"/>
                        </a:rPr>
                        <a:t>버튼을 눌러 신규 회원의 회원가입 창으로 넘어감</a:t>
                      </a:r>
                      <a:r>
                        <a:rPr lang="en-US" altLang="ko-KR" sz="1050" kern="0" spc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.</a:t>
                      </a:r>
                      <a:endParaRPr lang="ko-KR" altLang="en-US" sz="1050" kern="0" spc="0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marL="0" marR="0" indent="0" algn="l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kern="0" spc="0">
                          <a:solidFill>
                            <a:srgbClr val="000000"/>
                          </a:solidFill>
                          <a:effectLst/>
                          <a:ea typeface="맑은 고딕"/>
                        </a:rPr>
                        <a:t>자신이 연동하고 싶은 계정의 아이콘을 누르면</a:t>
                      </a:r>
                      <a:r>
                        <a:rPr lang="en-US" altLang="ko-KR" sz="1050" kern="0" spc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, </a:t>
                      </a:r>
                      <a:r>
                        <a:rPr lang="ko-KR" altLang="en-US" sz="1050" kern="0" spc="0">
                          <a:solidFill>
                            <a:srgbClr val="000000"/>
                          </a:solidFill>
                          <a:effectLst/>
                          <a:ea typeface="맑은 고딕"/>
                        </a:rPr>
                        <a:t>각각의 </a:t>
                      </a:r>
                      <a:r>
                        <a:rPr lang="en-US" altLang="ko-KR" sz="1050" kern="0" spc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API</a:t>
                      </a:r>
                      <a:r>
                        <a:rPr lang="ko-KR" altLang="en-US" sz="1050" kern="0" spc="0">
                          <a:solidFill>
                            <a:srgbClr val="000000"/>
                          </a:solidFill>
                          <a:effectLst/>
                          <a:ea typeface="맑은 고딕"/>
                        </a:rPr>
                        <a:t>에 따라 회원 가입 창으로 이동</a:t>
                      </a:r>
                      <a:r>
                        <a:rPr lang="en-US" altLang="ko-KR" sz="1050" kern="0" spc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.</a:t>
                      </a:r>
                      <a:endParaRPr lang="ko-KR" altLang="en-US" sz="105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63371" marR="63371" marT="17520" marB="1752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447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kern="0" spc="0">
                          <a:solidFill>
                            <a:srgbClr val="000000"/>
                          </a:solidFill>
                          <a:effectLst/>
                          <a:ea typeface="맑은 고딕"/>
                        </a:rPr>
                        <a:t>비고</a:t>
                      </a:r>
                      <a:endParaRPr lang="ko-KR" altLang="en-US" sz="105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63371" marR="63371" marT="17520" marB="1752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3D7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kern="0" spc="0">
                          <a:solidFill>
                            <a:srgbClr val="000000"/>
                          </a:solidFill>
                          <a:effectLst/>
                          <a:ea typeface="맑은 고딕"/>
                        </a:rPr>
                        <a:t>∎연결되는 기능</a:t>
                      </a:r>
                      <a:endParaRPr lang="ko-KR" altLang="en-US" sz="1050" kern="0" spc="0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marL="0" marR="0" indent="0" algn="l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kern="0" spc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: </a:t>
                      </a:r>
                      <a:r>
                        <a:rPr lang="ko-KR" altLang="en-US" sz="1050" kern="0" spc="0">
                          <a:solidFill>
                            <a:srgbClr val="000000"/>
                          </a:solidFill>
                          <a:effectLst/>
                          <a:ea typeface="맑은 고딕"/>
                        </a:rPr>
                        <a:t>계정 연동</a:t>
                      </a:r>
                      <a:endParaRPr lang="ko-KR" altLang="en-US" sz="105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63371" marR="63371" marT="17520" marB="1752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975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kern="0" spc="0">
                          <a:solidFill>
                            <a:srgbClr val="000000"/>
                          </a:solidFill>
                          <a:effectLst/>
                          <a:ea typeface="맑은 고딕"/>
                        </a:rPr>
                        <a:t>요구사항 명</a:t>
                      </a:r>
                      <a:endParaRPr lang="ko-KR" altLang="en-US" sz="105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63371" marR="63371" marT="17520" marB="1752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3D7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fontAlgn="ctr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kern="0" spc="0" dirty="0">
                          <a:solidFill>
                            <a:srgbClr val="000000"/>
                          </a:solidFill>
                          <a:effectLst/>
                          <a:ea typeface="맑은 고딕"/>
                        </a:rPr>
                        <a:t>계정연동 및 회원가입</a:t>
                      </a:r>
                      <a:endParaRPr lang="ko-KR" altLang="en-US" sz="105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63371" marR="63371" marT="17520" marB="1752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pic>
        <p:nvPicPr>
          <p:cNvPr id="5121" name="_x278366352" descr="EMB00002bb84fc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33" t="5733" r="49615" b="3430"/>
          <a:stretch>
            <a:fillRect/>
          </a:stretch>
        </p:blipFill>
        <p:spPr bwMode="auto">
          <a:xfrm>
            <a:off x="655856" y="1825665"/>
            <a:ext cx="1899920" cy="36252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8" name="직사각형 77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 2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sp>
        <p:nvSpPr>
          <p:cNvPr id="14" name="사각형: 둥근 모서리 26">
            <a:extLst>
              <a:ext uri="{FF2B5EF4-FFF2-40B4-BE49-F238E27FC236}">
                <a16:creationId xmlns:a16="http://schemas.microsoft.com/office/drawing/2014/main" id="{0FA5E0F8-8CC6-A87D-AD96-28772427EC8C}"/>
              </a:ext>
            </a:extLst>
          </p:cNvPr>
          <p:cNvSpPr/>
          <p:nvPr/>
        </p:nvSpPr>
        <p:spPr>
          <a:xfrm>
            <a:off x="445950" y="6445176"/>
            <a:ext cx="8252100" cy="368200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※ </a:t>
            </a:r>
            <a:r>
              <a:rPr lang="ko-KR" altLang="en-US" b="1" dirty="0">
                <a:solidFill>
                  <a:srgbClr val="FF0000"/>
                </a:solidFill>
              </a:rPr>
              <a:t>본문의 예시 내용을 지우고 과제 내용으로 변경하여 사용하세요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288A362-2DD3-2E35-EAA8-EEEDCA3513E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57666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직선 연결선 24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7" name="제목 12"/>
          <p:cNvSpPr txBox="1">
            <a:spLocks/>
          </p:cNvSpPr>
          <p:nvPr/>
        </p:nvSpPr>
        <p:spPr>
          <a:xfrm>
            <a:off x="323528" y="692696"/>
            <a:ext cx="2880320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kumimoji="0" lang="ko-KR" altLang="en-US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화면 설계서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29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78" name="직사각형 77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 1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graphicFrame>
        <p:nvGraphicFramePr>
          <p:cNvPr id="3" name="표 2"/>
          <p:cNvGraphicFramePr>
            <a:graphicFrameLocks noGrp="1"/>
          </p:cNvGraphicFramePr>
          <p:nvPr/>
        </p:nvGraphicFramePr>
        <p:xfrm>
          <a:off x="424356" y="1196753"/>
          <a:ext cx="7388004" cy="1740154"/>
        </p:xfrm>
        <a:graphic>
          <a:graphicData uri="http://schemas.openxmlformats.org/drawingml/2006/table">
            <a:tbl>
              <a:tblPr/>
              <a:tblGrid>
                <a:gridCol w="122529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627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7649">
                <a:tc gridSpan="2"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▶ 기능정보</a:t>
                      </a:r>
                    </a:p>
                  </a:txBody>
                  <a:tcPr marL="64770" marR="64770" marT="17907" marB="179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4309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kern="0" spc="0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기능명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64770" marR="64770" marT="17907" marB="17907" anchor="ctr">
                    <a:lnL>
                      <a:noFill/>
                    </a:lnL>
                    <a:lnR>
                      <a:noFill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D6E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ON/OFF </a:t>
                      </a:r>
                      <a:r>
                        <a:rPr lang="ko-KR" altLang="en-US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예약 기능</a:t>
                      </a:r>
                    </a:p>
                  </a:txBody>
                  <a:tcPr marL="64770" marR="64770" marT="17907" marB="17907" anchor="ctr">
                    <a:lnL>
                      <a:noFill/>
                    </a:lnL>
                    <a:lnR>
                      <a:noFill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4309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기능설명</a:t>
                      </a:r>
                    </a:p>
                  </a:txBody>
                  <a:tcPr marL="64770" marR="64770" marT="17907" marB="17907" anchor="ctr">
                    <a:lnL>
                      <a:noFill/>
                    </a:lnL>
                    <a:lnR>
                      <a:noFill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D6E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kern="0" spc="0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기기별로</a:t>
                      </a:r>
                      <a:r>
                        <a:rPr lang="ko-KR" altLang="en-US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ON/OFF </a:t>
                      </a:r>
                      <a:r>
                        <a:rPr lang="ko-KR" altLang="en-US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시간을 예약할 수 있는 기능이다</a:t>
                      </a:r>
                      <a:r>
                        <a:rPr lang="en-US" altLang="ko-KR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.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64770" marR="64770" marT="17907" marB="17907" anchor="ctr">
                    <a:lnL>
                      <a:noFill/>
                    </a:lnL>
                    <a:lnR>
                      <a:noFill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8356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처리내용</a:t>
                      </a:r>
                    </a:p>
                  </a:txBody>
                  <a:tcPr marL="64770" marR="64770" marT="17907" marB="17907" anchor="ctr">
                    <a:lnL>
                      <a:noFill/>
                    </a:lnL>
                    <a:lnR>
                      <a:noFill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D6E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도면에 등록된 기기 중 사용자가 시간을 예약하고자 하는 기기를 누른다</a:t>
                      </a:r>
                      <a:r>
                        <a:rPr lang="en-US" altLang="ko-KR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. 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화면에 </a:t>
                      </a:r>
                      <a:r>
                        <a:rPr lang="en-US" altLang="ko-KR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ON/OFF </a:t>
                      </a:r>
                      <a:r>
                        <a:rPr lang="ko-KR" altLang="en-US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버튼이 출력되면 </a:t>
                      </a:r>
                      <a:r>
                        <a:rPr lang="en-US" altLang="ko-KR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ON/OFF </a:t>
                      </a:r>
                      <a:r>
                        <a:rPr lang="ko-KR" altLang="en-US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중 설정하고자 하는 버튼을 누른다</a:t>
                      </a:r>
                      <a:r>
                        <a:rPr lang="en-US" altLang="ko-KR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.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[ON]</a:t>
                      </a:r>
                      <a:r>
                        <a:rPr lang="ko-KR" altLang="en-US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버튼 </a:t>
                      </a:r>
                      <a:r>
                        <a:rPr lang="en-US" altLang="ko-KR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: </a:t>
                      </a:r>
                      <a:r>
                        <a:rPr lang="ko-KR" altLang="en-US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기기를 작동하고자 하는 시간을 입력한다</a:t>
                      </a:r>
                      <a:r>
                        <a:rPr lang="en-US" altLang="ko-KR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. 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[OFF]</a:t>
                      </a:r>
                      <a:r>
                        <a:rPr lang="ko-KR" altLang="en-US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버튼 </a:t>
                      </a:r>
                      <a:r>
                        <a:rPr lang="en-US" altLang="ko-KR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: </a:t>
                      </a:r>
                      <a:r>
                        <a:rPr lang="ko-KR" altLang="en-US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기기의 작동을 중지시키고자 하는 시간을 입력한다</a:t>
                      </a:r>
                      <a:r>
                        <a:rPr lang="en-US" altLang="ko-KR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. 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ON</a:t>
                      </a:r>
                      <a:r>
                        <a:rPr lang="ko-KR" altLang="en-US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버튼에 입력한 시간과 </a:t>
                      </a:r>
                      <a:r>
                        <a:rPr lang="en-US" altLang="ko-KR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OFF</a:t>
                      </a:r>
                      <a:r>
                        <a:rPr lang="ko-KR" altLang="en-US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버튼에 입력한 시간 사이에 기기가 작동한다</a:t>
                      </a:r>
                      <a:r>
                        <a:rPr lang="en-US" altLang="ko-KR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.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ON</a:t>
                      </a:r>
                      <a:r>
                        <a:rPr lang="ko-KR" altLang="en-US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버튼만 누른 경우 </a:t>
                      </a:r>
                      <a:r>
                        <a:rPr lang="en-US" altLang="ko-KR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: OFF</a:t>
                      </a:r>
                      <a:r>
                        <a:rPr lang="ko-KR" altLang="en-US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시간을 지정하지 않고 기기를 </a:t>
                      </a:r>
                      <a:r>
                        <a:rPr lang="en-US" altLang="ko-KR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ON</a:t>
                      </a:r>
                      <a:r>
                        <a:rPr lang="ko-KR" altLang="en-US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상태로 유지시킨다</a:t>
                      </a:r>
                      <a:r>
                        <a:rPr lang="en-US" altLang="ko-KR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.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OFF</a:t>
                      </a:r>
                      <a:r>
                        <a:rPr lang="ko-KR" altLang="en-US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버튼만 누른 경우 </a:t>
                      </a:r>
                      <a:r>
                        <a:rPr lang="en-US" altLang="ko-KR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: </a:t>
                      </a:r>
                      <a:r>
                        <a:rPr lang="ko-KR" altLang="en-US" sz="900" kern="0" spc="0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켜져있는</a:t>
                      </a:r>
                      <a:r>
                        <a:rPr lang="ko-KR" altLang="en-US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기기를 예약된 시간에 </a:t>
                      </a:r>
                      <a:r>
                        <a:rPr lang="en-US" altLang="ko-KR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OFF</a:t>
                      </a:r>
                      <a:r>
                        <a:rPr lang="ko-KR" altLang="en-US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시키기만 한다</a:t>
                      </a:r>
                      <a:r>
                        <a:rPr lang="en-US" altLang="ko-KR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.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64770" marR="64770" marT="17907" marB="17907" anchor="ctr">
                    <a:lnL>
                      <a:noFill/>
                    </a:lnL>
                    <a:lnR>
                      <a:noFill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4309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관련번호</a:t>
                      </a:r>
                    </a:p>
                  </a:txBody>
                  <a:tcPr marL="64770" marR="64770" marT="17907" marB="17907" anchor="ctr">
                    <a:lnL>
                      <a:noFill/>
                    </a:lnL>
                    <a:lnR>
                      <a:noFill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D6E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CP-7, FN-7</a:t>
                      </a:r>
                    </a:p>
                  </a:txBody>
                  <a:tcPr marL="64770" marR="64770" marT="17907" marB="17907" anchor="ctr">
                    <a:lnL>
                      <a:noFill/>
                    </a:lnL>
                    <a:lnR>
                      <a:noFill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4" name="표 3"/>
          <p:cNvGraphicFramePr>
            <a:graphicFrameLocks noGrp="1"/>
          </p:cNvGraphicFramePr>
          <p:nvPr/>
        </p:nvGraphicFramePr>
        <p:xfrm>
          <a:off x="400496" y="3068961"/>
          <a:ext cx="7411864" cy="2088231"/>
        </p:xfrm>
        <a:graphic>
          <a:graphicData uri="http://schemas.openxmlformats.org/drawingml/2006/table">
            <a:tbl>
              <a:tblPr/>
              <a:tblGrid>
                <a:gridCol w="12911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40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565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2007">
                <a:tc gridSpan="3"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▶ 사용 예시 정보</a:t>
                      </a:r>
                    </a:p>
                  </a:txBody>
                  <a:tcPr marL="62958" marR="62958" marT="17406" marB="1740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33007">
                <a:tc row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900" kern="0" spc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62958" marR="62958" marT="17406" marB="17406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62958" marR="62958" marT="17406" marB="17406" anchor="ctr">
                    <a:lnL>
                      <a:noFill/>
                    </a:lnL>
                    <a:lnR>
                      <a:noFill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D6E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사용자가 예약을 원하는 기기를 클릭하고</a:t>
                      </a:r>
                      <a:r>
                        <a:rPr lang="en-US" altLang="ko-KR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, ON/OFF </a:t>
                      </a:r>
                      <a:r>
                        <a:rPr lang="ko-KR" altLang="en-US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버튼을 누른 후 </a:t>
                      </a:r>
                      <a:r>
                        <a:rPr lang="en-US" altLang="ko-KR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[ON]</a:t>
                      </a:r>
                      <a:r>
                        <a:rPr lang="ko-KR" altLang="en-US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에 기기를 작동하고 싶은 시간</a:t>
                      </a:r>
                      <a:r>
                        <a:rPr lang="en-US" altLang="ko-KR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, [OFF]</a:t>
                      </a:r>
                      <a:r>
                        <a:rPr lang="ko-KR" altLang="en-US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에 작동을 중지시키고 싶은 시간을 입력하면 예약한 </a:t>
                      </a:r>
                      <a:r>
                        <a:rPr lang="ko-KR" altLang="en-US" sz="900" kern="0" spc="0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시간동안에만</a:t>
                      </a:r>
                      <a:r>
                        <a:rPr lang="ko-KR" altLang="en-US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기기가 작동한다</a:t>
                      </a:r>
                      <a:r>
                        <a:rPr lang="en-US" altLang="ko-KR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.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62958" marR="62958" marT="17406" marB="17406" anchor="ctr">
                    <a:lnL>
                      <a:noFill/>
                    </a:lnL>
                    <a:lnR>
                      <a:noFill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3092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입력 데이터 값</a:t>
                      </a:r>
                    </a:p>
                  </a:txBody>
                  <a:tcPr marL="62958" marR="62958" marT="17406" marB="17406" anchor="ctr">
                    <a:lnL>
                      <a:noFill/>
                    </a:lnL>
                    <a:lnR>
                      <a:noFill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D6E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원하는 기기를 선택한 후</a:t>
                      </a:r>
                      <a:r>
                        <a:rPr lang="en-US" altLang="ko-KR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,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[ON]</a:t>
                      </a:r>
                      <a:r>
                        <a:rPr lang="ko-KR" altLang="en-US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버튼에 기기를 켜는 시간과</a:t>
                      </a:r>
                    </a:p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[OFF]</a:t>
                      </a:r>
                      <a:r>
                        <a:rPr lang="ko-KR" altLang="en-US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버튼에 기기를 끄는 시간을 입력</a:t>
                      </a:r>
                    </a:p>
                  </a:txBody>
                  <a:tcPr marL="62958" marR="62958" marT="17406" marB="17406" anchor="ctr">
                    <a:lnL>
                      <a:noFill/>
                    </a:lnL>
                    <a:lnR>
                      <a:noFill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pic>
        <p:nvPicPr>
          <p:cNvPr id="19457" name="_x280090008" descr="EMB00002bb84fec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9086" y="3429000"/>
            <a:ext cx="926570" cy="1681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5" name="표 4"/>
          <p:cNvGraphicFramePr>
            <a:graphicFrameLocks noGrp="1"/>
          </p:cNvGraphicFramePr>
          <p:nvPr/>
        </p:nvGraphicFramePr>
        <p:xfrm>
          <a:off x="403649" y="5229200"/>
          <a:ext cx="3736303" cy="1070102"/>
        </p:xfrm>
        <a:graphic>
          <a:graphicData uri="http://schemas.openxmlformats.org/drawingml/2006/table">
            <a:tbl>
              <a:tblPr/>
              <a:tblGrid>
                <a:gridCol w="7856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647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421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4696">
                <a:tc gridSpan="3"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▶ 입출력 데이터 항목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64770" marR="64770" marT="17907" marB="179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4696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입출력구분</a:t>
                      </a:r>
                    </a:p>
                  </a:txBody>
                  <a:tcPr marL="64770" marR="64770" marT="17907" marB="17907" anchor="ctr">
                    <a:lnL>
                      <a:noFill/>
                    </a:lnL>
                    <a:lnR>
                      <a:noFill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D6E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항목</a:t>
                      </a:r>
                    </a:p>
                  </a:txBody>
                  <a:tcPr marL="64770" marR="64770" marT="17907" marB="17907" anchor="ctr">
                    <a:lnL>
                      <a:noFill/>
                    </a:lnL>
                    <a:lnR>
                      <a:noFill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D6E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64770" marR="64770" marT="17907" marB="17907" anchor="ctr">
                    <a:lnL>
                      <a:noFill/>
                    </a:lnL>
                    <a:lnR>
                      <a:noFill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D6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6014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64770" marR="64770" marT="17907" marB="17907" anchor="ctr">
                    <a:lnL>
                      <a:noFill/>
                    </a:lnL>
                    <a:lnR>
                      <a:noFill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사용자 이벤트</a:t>
                      </a:r>
                    </a:p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ON/OFF </a:t>
                      </a:r>
                      <a:r>
                        <a:rPr lang="ko-KR" altLang="en-US" sz="9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시간</a:t>
                      </a:r>
                    </a:p>
                  </a:txBody>
                  <a:tcPr marL="64770" marR="64770" marT="17907" marB="17907" anchor="ctr">
                    <a:lnL>
                      <a:noFill/>
                    </a:lnL>
                    <a:lnR>
                      <a:noFill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사용자가 기기를 클릭한 후 </a:t>
                      </a:r>
                      <a:r>
                        <a:rPr lang="en-US" altLang="ko-KR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ON/OFF </a:t>
                      </a:r>
                      <a:r>
                        <a:rPr lang="ko-KR" altLang="en-US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시간 입력</a:t>
                      </a:r>
                    </a:p>
                  </a:txBody>
                  <a:tcPr marL="64770" marR="64770" marT="17907" marB="17907" anchor="ctr">
                    <a:lnL>
                      <a:noFill/>
                    </a:lnL>
                    <a:lnR>
                      <a:noFill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4696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64770" marR="64770" marT="17907" marB="17907" anchor="ctr">
                    <a:lnL>
                      <a:noFill/>
                    </a:lnL>
                    <a:lnR>
                      <a:noFill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기기 작동</a:t>
                      </a:r>
                    </a:p>
                  </a:txBody>
                  <a:tcPr marL="64770" marR="64770" marT="17907" marB="17907" anchor="ctr">
                    <a:lnL>
                      <a:noFill/>
                    </a:lnL>
                    <a:lnR>
                      <a:noFill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예약한 </a:t>
                      </a:r>
                      <a:r>
                        <a:rPr lang="ko-KR" altLang="en-US" sz="900" kern="0" spc="0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시간동안</a:t>
                      </a:r>
                      <a:r>
                        <a:rPr lang="ko-KR" altLang="en-US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기기 작동</a:t>
                      </a:r>
                    </a:p>
                  </a:txBody>
                  <a:tcPr marL="64770" marR="64770" marT="17907" marB="17907" anchor="ctr">
                    <a:lnL>
                      <a:noFill/>
                    </a:lnL>
                    <a:lnR>
                      <a:noFill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6" name="표 5"/>
          <p:cNvGraphicFramePr>
            <a:graphicFrameLocks noGrp="1"/>
          </p:cNvGraphicFramePr>
          <p:nvPr/>
        </p:nvGraphicFramePr>
        <p:xfrm>
          <a:off x="4211960" y="5238078"/>
          <a:ext cx="3672408" cy="1089660"/>
        </p:xfrm>
        <a:graphic>
          <a:graphicData uri="http://schemas.openxmlformats.org/drawingml/2006/table">
            <a:tbl>
              <a:tblPr/>
              <a:tblGrid>
                <a:gridCol w="144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322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34696">
                <a:tc gridSpan="2"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▶ 선행필수기능 및 예외사항</a:t>
                      </a:r>
                    </a:p>
                  </a:txBody>
                  <a:tcPr marL="64770" marR="64770" marT="17907" marB="179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4696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기능명</a:t>
                      </a:r>
                      <a:r>
                        <a:rPr lang="ko-KR" altLang="en-US" sz="900" b="1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900" b="1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/ </a:t>
                      </a:r>
                      <a:r>
                        <a:rPr lang="ko-KR" altLang="en-US" sz="900" b="1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예외사항</a:t>
                      </a:r>
                    </a:p>
                  </a:txBody>
                  <a:tcPr marL="64770" marR="64770" marT="17907" marB="17907" anchor="ctr">
                    <a:lnL>
                      <a:noFill/>
                    </a:lnL>
                    <a:lnR>
                      <a:noFill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D6E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64770" marR="64770" marT="17907" marB="17907" anchor="ctr">
                    <a:lnL>
                      <a:noFill/>
                    </a:lnL>
                    <a:lnR>
                      <a:noFill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D6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4696"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ON </a:t>
                      </a:r>
                      <a:r>
                        <a:rPr lang="ko-KR" altLang="en-US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시간만 입력한 경우</a:t>
                      </a:r>
                    </a:p>
                  </a:txBody>
                  <a:tcPr marL="64770" marR="64770" marT="17907" marB="17907" anchor="ctr">
                    <a:lnL>
                      <a:noFill/>
                    </a:lnL>
                    <a:lnR>
                      <a:noFill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OFF</a:t>
                      </a:r>
                      <a:r>
                        <a:rPr lang="ko-KR" altLang="en-US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시간은 지정하지 않고 기기를 계속 </a:t>
                      </a:r>
                      <a:r>
                        <a:rPr lang="en-US" altLang="ko-KR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ON</a:t>
                      </a:r>
                      <a:r>
                        <a:rPr lang="ko-KR" altLang="en-US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상태로 유지시킨다</a:t>
                      </a:r>
                      <a:r>
                        <a:rPr lang="en-US" altLang="ko-KR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.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64770" marR="64770" marT="17907" marB="17907" anchor="ctr">
                    <a:lnL>
                      <a:noFill/>
                    </a:lnL>
                    <a:lnR>
                      <a:noFill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4696"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OFF </a:t>
                      </a:r>
                      <a:r>
                        <a:rPr lang="ko-KR" altLang="en-US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시간만 입력한 경우</a:t>
                      </a:r>
                    </a:p>
                  </a:txBody>
                  <a:tcPr marL="64770" marR="64770" marT="17907" marB="17907" anchor="ctr">
                    <a:lnL>
                      <a:noFill/>
                    </a:lnL>
                    <a:lnR>
                      <a:noFill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ON</a:t>
                      </a:r>
                      <a:r>
                        <a:rPr lang="ko-KR" altLang="en-US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시간은 지정하지 않고 </a:t>
                      </a:r>
                      <a:r>
                        <a:rPr lang="ko-KR" altLang="en-US" sz="900" kern="0" spc="0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켜져있는</a:t>
                      </a:r>
                      <a:r>
                        <a:rPr lang="ko-KR" altLang="en-US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기기를 </a:t>
                      </a:r>
                      <a:r>
                        <a:rPr lang="en-US" altLang="ko-KR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OFF </a:t>
                      </a:r>
                      <a:r>
                        <a:rPr lang="ko-KR" altLang="en-US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시키기만 한다</a:t>
                      </a:r>
                      <a:r>
                        <a:rPr lang="en-US" altLang="ko-KR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.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64770" marR="64770" marT="17907" marB="17907" anchor="ctr">
                    <a:lnL>
                      <a:noFill/>
                    </a:lnL>
                    <a:lnR>
                      <a:noFill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2" name="그림 1">
            <a:extLst>
              <a:ext uri="{FF2B5EF4-FFF2-40B4-BE49-F238E27FC236}">
                <a16:creationId xmlns:a16="http://schemas.microsoft.com/office/drawing/2014/main" id="{95619872-8C5B-7BF6-3DE5-01466CA9021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7" name="사각형: 둥근 모서리 26">
            <a:extLst>
              <a:ext uri="{FF2B5EF4-FFF2-40B4-BE49-F238E27FC236}">
                <a16:creationId xmlns:a16="http://schemas.microsoft.com/office/drawing/2014/main" id="{6EE6A61D-0EA7-9A46-E087-D9299DC2509E}"/>
              </a:ext>
            </a:extLst>
          </p:cNvPr>
          <p:cNvSpPr/>
          <p:nvPr/>
        </p:nvSpPr>
        <p:spPr>
          <a:xfrm>
            <a:off x="445950" y="6445176"/>
            <a:ext cx="8252100" cy="368200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※ </a:t>
            </a:r>
            <a:r>
              <a:rPr lang="ko-KR" altLang="en-US" b="1" dirty="0">
                <a:solidFill>
                  <a:srgbClr val="FF0000"/>
                </a:solidFill>
              </a:rPr>
              <a:t>본문의 예시 내용을 지우고 과제 내용으로 변경하여 사용하세요</a:t>
            </a:r>
          </a:p>
        </p:txBody>
      </p:sp>
    </p:spTree>
    <p:extLst>
      <p:ext uri="{BB962C8B-B14F-4D97-AF65-F5344CB8AC3E}">
        <p14:creationId xmlns:p14="http://schemas.microsoft.com/office/powerpoint/2010/main" val="366557348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1" name="직사각형 50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 1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528" y="1334704"/>
            <a:ext cx="4896544" cy="4392511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7904" y="1357167"/>
            <a:ext cx="5137215" cy="3944041"/>
          </a:xfrm>
          <a:prstGeom prst="rect">
            <a:avLst/>
          </a:prstGeom>
        </p:spPr>
      </p:pic>
      <p:sp>
        <p:nvSpPr>
          <p:cNvPr id="14" name="사각형: 둥근 모서리 26">
            <a:extLst>
              <a:ext uri="{FF2B5EF4-FFF2-40B4-BE49-F238E27FC236}">
                <a16:creationId xmlns:a16="http://schemas.microsoft.com/office/drawing/2014/main" id="{91323CDD-5E9E-C59E-00BC-F6A0C5B7205E}"/>
              </a:ext>
            </a:extLst>
          </p:cNvPr>
          <p:cNvSpPr/>
          <p:nvPr/>
        </p:nvSpPr>
        <p:spPr>
          <a:xfrm>
            <a:off x="445950" y="6445176"/>
            <a:ext cx="8252100" cy="368200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※ </a:t>
            </a:r>
            <a:r>
              <a:rPr lang="ko-KR" altLang="en-US" b="1" dirty="0">
                <a:solidFill>
                  <a:srgbClr val="FF0000"/>
                </a:solidFill>
              </a:rPr>
              <a:t>본문의 예시 내용을 지우고 과제 내용으로 변경하여 사용하세요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27511D3-092B-0E5E-ADB8-4B746E2E6542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5" name="제목 12">
            <a:extLst>
              <a:ext uri="{FF2B5EF4-FFF2-40B4-BE49-F238E27FC236}">
                <a16:creationId xmlns:a16="http://schemas.microsoft.com/office/drawing/2014/main" id="{F073248A-68DC-126C-08AC-5D561EF158D1}"/>
              </a:ext>
            </a:extLst>
          </p:cNvPr>
          <p:cNvSpPr txBox="1">
            <a:spLocks/>
          </p:cNvSpPr>
          <p:nvPr/>
        </p:nvSpPr>
        <p:spPr>
          <a:xfrm>
            <a:off x="323528" y="692697"/>
            <a:ext cx="2844000" cy="27247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kumimoji="0" lang="ko-KR" altLang="en-US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화면 설계서</a:t>
            </a:r>
            <a:r>
              <a:rPr kumimoji="0" lang="ko-KR" altLang="en-US" sz="1700" b="1" i="0" u="none" strike="noStrike" kern="1200" cap="none" spc="-15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 </a:t>
            </a:r>
            <a:r>
              <a:rPr kumimoji="0" lang="en-US" altLang="ko-KR" sz="1700" b="1" i="0" u="none" strike="noStrike" kern="1200" cap="none" spc="-15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- </a:t>
            </a:r>
            <a:r>
              <a:rPr lang="ko-KR" altLang="en-US" sz="1000" b="1" spc="-150" noProof="0" dirty="0">
                <a:solidFill>
                  <a:schemeClr val="bg1"/>
                </a:solidFill>
                <a:latin typeface="+mn-ea"/>
                <a:cs typeface="+mj-cs"/>
              </a:rPr>
              <a:t>사용자 </a:t>
            </a:r>
            <a:r>
              <a:rPr lang="ko-KR" altLang="en-US" sz="1000" b="1" spc="-150" dirty="0">
                <a:solidFill>
                  <a:schemeClr val="bg1"/>
                </a:solidFill>
                <a:latin typeface="+mn-ea"/>
                <a:cs typeface="+mj-cs"/>
              </a:rPr>
              <a:t>인터페이스</a:t>
            </a:r>
            <a:r>
              <a:rPr lang="en-US" altLang="ko-KR" sz="1000" b="1" dirty="0">
                <a:solidFill>
                  <a:schemeClr val="bg1"/>
                </a:solidFill>
                <a:latin typeface="+mn-ea"/>
                <a:cs typeface="+mj-cs"/>
              </a:rPr>
              <a:t>(</a:t>
            </a:r>
            <a:r>
              <a:rPr lang="en-US" altLang="ko-KR" sz="1000" b="1" dirty="0" err="1">
                <a:solidFill>
                  <a:schemeClr val="bg1"/>
                </a:solidFill>
                <a:latin typeface="+mn-ea"/>
                <a:cs typeface="+mj-cs"/>
              </a:rPr>
              <a:t>sw</a:t>
            </a:r>
            <a:r>
              <a:rPr lang="en-US" altLang="ko-KR" sz="1000" b="1" dirty="0">
                <a:solidFill>
                  <a:schemeClr val="bg1"/>
                </a:solidFill>
                <a:latin typeface="+mn-ea"/>
                <a:cs typeface="+mj-cs"/>
              </a:rPr>
              <a:t>)</a:t>
            </a:r>
            <a:endParaRPr kumimoji="0" lang="ko-KR" altLang="en-US" sz="1700" b="0" i="0" u="none" strike="noStrike" kern="1200" cap="none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6770434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1" name="직사각형 50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 1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pic>
        <p:nvPicPr>
          <p:cNvPr id="19" name="그림 1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578" y="1233293"/>
            <a:ext cx="8432800" cy="4777019"/>
          </a:xfrm>
          <a:prstGeom prst="rect">
            <a:avLst/>
          </a:prstGeom>
        </p:spPr>
      </p:pic>
      <p:sp>
        <p:nvSpPr>
          <p:cNvPr id="14" name="사각형: 둥근 모서리 26">
            <a:extLst>
              <a:ext uri="{FF2B5EF4-FFF2-40B4-BE49-F238E27FC236}">
                <a16:creationId xmlns:a16="http://schemas.microsoft.com/office/drawing/2014/main" id="{CC4BBFF7-CD92-B35B-7F09-53871FF03D60}"/>
              </a:ext>
            </a:extLst>
          </p:cNvPr>
          <p:cNvSpPr/>
          <p:nvPr/>
        </p:nvSpPr>
        <p:spPr>
          <a:xfrm>
            <a:off x="445950" y="6445176"/>
            <a:ext cx="8252100" cy="368200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※ </a:t>
            </a:r>
            <a:r>
              <a:rPr lang="ko-KR" altLang="en-US" b="1" dirty="0">
                <a:solidFill>
                  <a:srgbClr val="FF0000"/>
                </a:solidFill>
              </a:rPr>
              <a:t>본문의 예시 내용을 지우고 과제 내용으로 변경하여 사용하세요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2B8AE8E0-AD17-92BC-538B-30035A166BE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3" name="제목 12">
            <a:extLst>
              <a:ext uri="{FF2B5EF4-FFF2-40B4-BE49-F238E27FC236}">
                <a16:creationId xmlns:a16="http://schemas.microsoft.com/office/drawing/2014/main" id="{672C8274-EFDB-6E3A-A8A8-52D837517324}"/>
              </a:ext>
            </a:extLst>
          </p:cNvPr>
          <p:cNvSpPr txBox="1">
            <a:spLocks/>
          </p:cNvSpPr>
          <p:nvPr/>
        </p:nvSpPr>
        <p:spPr>
          <a:xfrm>
            <a:off x="323528" y="692697"/>
            <a:ext cx="2844000" cy="27247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kumimoji="0" lang="ko-KR" altLang="en-US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화면 설계서</a:t>
            </a:r>
            <a:r>
              <a:rPr kumimoji="0" lang="ko-KR" altLang="en-US" sz="1700" b="1" i="0" u="none" strike="noStrike" kern="1200" cap="none" spc="-15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 </a:t>
            </a:r>
            <a:r>
              <a:rPr kumimoji="0" lang="en-US" altLang="ko-KR" sz="1700" b="1" i="0" u="none" strike="noStrike" kern="1200" cap="none" spc="-15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- </a:t>
            </a:r>
            <a:r>
              <a:rPr lang="ko-KR" altLang="en-US" sz="1000" b="1" spc="-150" noProof="0" dirty="0">
                <a:solidFill>
                  <a:schemeClr val="bg1"/>
                </a:solidFill>
                <a:latin typeface="+mn-ea"/>
                <a:cs typeface="+mj-cs"/>
              </a:rPr>
              <a:t>사용자 </a:t>
            </a:r>
            <a:r>
              <a:rPr lang="ko-KR" altLang="en-US" sz="1000" b="1" spc="-150" dirty="0">
                <a:solidFill>
                  <a:schemeClr val="bg1"/>
                </a:solidFill>
                <a:latin typeface="+mn-ea"/>
                <a:cs typeface="+mj-cs"/>
              </a:rPr>
              <a:t>인터페이스</a:t>
            </a:r>
            <a:r>
              <a:rPr lang="en-US" altLang="ko-KR" sz="1000" b="1" dirty="0">
                <a:solidFill>
                  <a:schemeClr val="bg1"/>
                </a:solidFill>
                <a:latin typeface="+mn-ea"/>
                <a:cs typeface="+mj-cs"/>
              </a:rPr>
              <a:t>(</a:t>
            </a:r>
            <a:r>
              <a:rPr lang="en-US" altLang="ko-KR" sz="1000" b="1" dirty="0" err="1">
                <a:solidFill>
                  <a:schemeClr val="bg1"/>
                </a:solidFill>
                <a:latin typeface="+mn-ea"/>
                <a:cs typeface="+mj-cs"/>
              </a:rPr>
              <a:t>sw</a:t>
            </a:r>
            <a:r>
              <a:rPr lang="en-US" altLang="ko-KR" sz="1000" b="1" dirty="0">
                <a:solidFill>
                  <a:schemeClr val="bg1"/>
                </a:solidFill>
                <a:latin typeface="+mn-ea"/>
                <a:cs typeface="+mj-cs"/>
              </a:rPr>
              <a:t>)</a:t>
            </a:r>
            <a:endParaRPr kumimoji="0" lang="ko-KR" altLang="en-US" sz="1700" b="0" i="0" u="none" strike="noStrike" kern="1200" cap="none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91038919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직사각형 13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7" name="직선 연결선 16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연결선 17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9" name="제목 12"/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lang="ko-KR" altLang="en-US" sz="1700" b="1">
                <a:solidFill>
                  <a:schemeClr val="bg1"/>
                </a:solidFill>
                <a:latin typeface="+mn-ea"/>
                <a:cs typeface="+mj-cs"/>
              </a:rPr>
              <a:t>프로그램 </a:t>
            </a:r>
            <a:r>
              <a:rPr lang="en-US" altLang="ko-KR" sz="1700" b="1">
                <a:solidFill>
                  <a:schemeClr val="bg1"/>
                </a:solidFill>
                <a:latin typeface="+mn-ea"/>
                <a:cs typeface="+mj-cs"/>
              </a:rPr>
              <a:t>- </a:t>
            </a:r>
            <a:r>
              <a:rPr kumimoji="0" lang="ko-KR" altLang="en-US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목록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5" name="막힌 원호 34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 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1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graphicFrame>
        <p:nvGraphicFramePr>
          <p:cNvPr id="2" name="표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2309564"/>
              </p:ext>
            </p:extLst>
          </p:nvPr>
        </p:nvGraphicFramePr>
        <p:xfrm>
          <a:off x="298210" y="1216519"/>
          <a:ext cx="8547580" cy="5020793"/>
        </p:xfrm>
        <a:graphic>
          <a:graphicData uri="http://schemas.openxmlformats.org/drawingml/2006/table">
            <a:tbl>
              <a:tblPr/>
              <a:tblGrid>
                <a:gridCol w="12335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26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871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9454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1" kern="0" spc="0" dirty="0">
                          <a:solidFill>
                            <a:srgbClr val="000000"/>
                          </a:solidFill>
                          <a:effectLst/>
                          <a:latin typeface="+mj-lt"/>
                          <a:ea typeface="맑은 고딕"/>
                        </a:rPr>
                        <a:t>기능 분류</a:t>
                      </a:r>
                      <a:endParaRPr lang="ko-KR" altLang="en-US" sz="1200" b="1" kern="0" spc="0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42251" marR="42251" marT="11681" marB="11681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D6E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1" kern="0" spc="0">
                          <a:solidFill>
                            <a:srgbClr val="000000"/>
                          </a:solidFill>
                          <a:effectLst/>
                          <a:latin typeface="+mj-lt"/>
                          <a:ea typeface="맑은 고딕"/>
                        </a:rPr>
                        <a:t>기능번호</a:t>
                      </a:r>
                      <a:endParaRPr lang="ko-KR" altLang="en-US" sz="1200" b="1" kern="0" spc="0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42251" marR="42251" marT="11681" marB="11681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D6E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1" kern="0" spc="0">
                          <a:solidFill>
                            <a:srgbClr val="000000"/>
                          </a:solidFill>
                          <a:effectLst/>
                          <a:latin typeface="+mj-lt"/>
                          <a:ea typeface="맑은 고딕"/>
                        </a:rPr>
                        <a:t>기능 명</a:t>
                      </a:r>
                      <a:endParaRPr lang="ko-KR" altLang="en-US" sz="1200" b="1" kern="0" spc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42251" marR="42251" marT="11681" marB="11681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D6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9454">
                <a:tc rowSpan="4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kern="0" spc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LOG</a:t>
                      </a:r>
                    </a:p>
                  </a:txBody>
                  <a:tcPr marL="42251" marR="42251" marT="11681" marB="11681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kern="0" spc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LOG-01-01</a:t>
                      </a:r>
                      <a:endParaRPr lang="en-US" sz="1200" kern="0" spc="0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42251" marR="42251" marT="11681" marB="11681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0" spc="0">
                          <a:solidFill>
                            <a:srgbClr val="000000"/>
                          </a:solidFill>
                          <a:effectLst/>
                          <a:latin typeface="+mj-lt"/>
                          <a:ea typeface="맑은 고딕"/>
                        </a:rPr>
                        <a:t>신규</a:t>
                      </a:r>
                      <a:r>
                        <a:rPr lang="en-US" altLang="ko-KR" sz="1200" kern="0" spc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/</a:t>
                      </a:r>
                      <a:r>
                        <a:rPr lang="ko-KR" altLang="en-US" sz="1200" kern="0" spc="0">
                          <a:solidFill>
                            <a:srgbClr val="000000"/>
                          </a:solidFill>
                          <a:effectLst/>
                          <a:latin typeface="+mj-lt"/>
                          <a:ea typeface="맑은 고딕"/>
                        </a:rPr>
                        <a:t>기존 선택</a:t>
                      </a:r>
                      <a:endParaRPr lang="ko-KR" altLang="en-US" sz="1200" kern="0" spc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42251" marR="42251" marT="11681" marB="11681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945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kern="0" spc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LOG-01-02</a:t>
                      </a:r>
                      <a:endParaRPr lang="en-US" sz="1200" kern="0" spc="0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42251" marR="42251" marT="11681" marB="11681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0" spc="0">
                          <a:solidFill>
                            <a:srgbClr val="000000"/>
                          </a:solidFill>
                          <a:effectLst/>
                          <a:latin typeface="+mj-lt"/>
                          <a:ea typeface="맑은 고딕"/>
                        </a:rPr>
                        <a:t>신규 회원</a:t>
                      </a:r>
                      <a:r>
                        <a:rPr lang="en-US" altLang="ko-KR" sz="1200" kern="0" spc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-</a:t>
                      </a:r>
                      <a:r>
                        <a:rPr lang="ko-KR" altLang="en-US" sz="1200" kern="0" spc="0">
                          <a:solidFill>
                            <a:srgbClr val="000000"/>
                          </a:solidFill>
                          <a:effectLst/>
                          <a:latin typeface="+mj-lt"/>
                          <a:ea typeface="맑은 고딕"/>
                        </a:rPr>
                        <a:t>계정연동</a:t>
                      </a:r>
                      <a:endParaRPr lang="ko-KR" altLang="en-US" sz="1200" kern="0" spc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42251" marR="42251" marT="11681" marB="11681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945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kern="0" spc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LOG-01-03</a:t>
                      </a:r>
                      <a:endParaRPr lang="en-US" sz="1200" kern="0" spc="0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42251" marR="42251" marT="11681" marB="11681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0" spc="0" dirty="0">
                          <a:solidFill>
                            <a:srgbClr val="000000"/>
                          </a:solidFill>
                          <a:effectLst/>
                          <a:latin typeface="+mj-lt"/>
                          <a:ea typeface="맑은 고딕"/>
                        </a:rPr>
                        <a:t>신규 회원</a:t>
                      </a:r>
                      <a:r>
                        <a:rPr lang="en-US" altLang="ko-KR" sz="1200" kern="0" spc="0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-</a:t>
                      </a:r>
                      <a:r>
                        <a:rPr lang="ko-KR" altLang="en-US" sz="1200" kern="0" spc="0" dirty="0">
                          <a:solidFill>
                            <a:srgbClr val="000000"/>
                          </a:solidFill>
                          <a:effectLst/>
                          <a:latin typeface="+mj-lt"/>
                          <a:ea typeface="맑은 고딕"/>
                        </a:rPr>
                        <a:t>회원가입</a:t>
                      </a:r>
                      <a:endParaRPr lang="ko-KR" altLang="en-US" sz="1200" kern="0" spc="0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42251" marR="42251" marT="11681" marB="11681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945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kern="0" spc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LOG-01-04</a:t>
                      </a:r>
                    </a:p>
                  </a:txBody>
                  <a:tcPr marL="42251" marR="42251" marT="11681" marB="11681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0" spc="0" dirty="0">
                          <a:solidFill>
                            <a:srgbClr val="000000"/>
                          </a:solidFill>
                          <a:effectLst/>
                          <a:latin typeface="+mj-lt"/>
                          <a:ea typeface="맑은 고딕"/>
                        </a:rPr>
                        <a:t>로그인</a:t>
                      </a:r>
                      <a:endParaRPr lang="ko-KR" altLang="en-US" sz="1200" kern="0" spc="0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42251" marR="42251" marT="11681" marB="11681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9454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kern="0" spc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FAV</a:t>
                      </a:r>
                    </a:p>
                  </a:txBody>
                  <a:tcPr marL="42251" marR="42251" marT="11681" marB="11681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kern="0" spc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FAV-02</a:t>
                      </a:r>
                    </a:p>
                  </a:txBody>
                  <a:tcPr marL="42251" marR="42251" marT="11681" marB="11681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0" spc="0" dirty="0">
                          <a:solidFill>
                            <a:srgbClr val="000000"/>
                          </a:solidFill>
                          <a:effectLst/>
                          <a:latin typeface="+mj-lt"/>
                          <a:ea typeface="맑은 고딕"/>
                        </a:rPr>
                        <a:t>즐겨 찾는 병원</a:t>
                      </a:r>
                      <a:endParaRPr lang="ko-KR" altLang="en-US" sz="1200" kern="0" spc="0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42251" marR="42251" marT="11681" marB="11681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9454">
                <a:tc rowSpan="6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kern="0" spc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SER</a:t>
                      </a:r>
                    </a:p>
                  </a:txBody>
                  <a:tcPr marL="42251" marR="42251" marT="11681" marB="11681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kern="0" spc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SER-02</a:t>
                      </a:r>
                    </a:p>
                  </a:txBody>
                  <a:tcPr marL="42251" marR="42251" marT="11681" marB="11681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0" spc="0" dirty="0">
                          <a:solidFill>
                            <a:srgbClr val="000000"/>
                          </a:solidFill>
                          <a:effectLst/>
                          <a:latin typeface="+mj-lt"/>
                          <a:ea typeface="맑은 고딕"/>
                        </a:rPr>
                        <a:t>병원검색</a:t>
                      </a:r>
                      <a:endParaRPr lang="ko-KR" altLang="en-US" sz="1200" kern="0" spc="0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42251" marR="42251" marT="11681" marB="11681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945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kern="0" spc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SER-02-01</a:t>
                      </a:r>
                    </a:p>
                  </a:txBody>
                  <a:tcPr marL="42251" marR="42251" marT="11681" marB="11681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0" spc="0" dirty="0">
                          <a:solidFill>
                            <a:srgbClr val="000000"/>
                          </a:solidFill>
                          <a:effectLst/>
                          <a:latin typeface="+mj-lt"/>
                          <a:ea typeface="맑은 고딕"/>
                        </a:rPr>
                        <a:t>병원검색</a:t>
                      </a:r>
                      <a:r>
                        <a:rPr lang="en-US" altLang="ko-KR" sz="1200" kern="0" spc="0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-</a:t>
                      </a:r>
                      <a:r>
                        <a:rPr lang="ko-KR" altLang="en-US" sz="1200" kern="0" spc="0" dirty="0">
                          <a:solidFill>
                            <a:srgbClr val="000000"/>
                          </a:solidFill>
                          <a:effectLst/>
                          <a:latin typeface="+mj-lt"/>
                          <a:ea typeface="맑은 고딕"/>
                        </a:rPr>
                        <a:t>지역선택</a:t>
                      </a:r>
                      <a:endParaRPr lang="ko-KR" altLang="en-US" sz="1200" kern="0" spc="0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42251" marR="42251" marT="11681" marB="11681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945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kern="0" spc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SER-02-0101</a:t>
                      </a:r>
                    </a:p>
                  </a:txBody>
                  <a:tcPr marL="42251" marR="42251" marT="11681" marB="11681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0" spc="0" dirty="0">
                          <a:solidFill>
                            <a:srgbClr val="000000"/>
                          </a:solidFill>
                          <a:effectLst/>
                          <a:latin typeface="+mj-lt"/>
                          <a:ea typeface="맑은 고딕"/>
                        </a:rPr>
                        <a:t>병원검색</a:t>
                      </a:r>
                      <a:r>
                        <a:rPr lang="en-US" altLang="ko-KR" sz="1200" kern="0" spc="0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-</a:t>
                      </a:r>
                      <a:r>
                        <a:rPr lang="ko-KR" altLang="en-US" sz="1200" kern="0" spc="0" dirty="0">
                          <a:solidFill>
                            <a:srgbClr val="000000"/>
                          </a:solidFill>
                          <a:effectLst/>
                          <a:latin typeface="+mj-lt"/>
                          <a:ea typeface="맑은 고딕"/>
                        </a:rPr>
                        <a:t>지역선택</a:t>
                      </a:r>
                      <a:r>
                        <a:rPr lang="en-US" altLang="ko-KR" sz="1200" kern="0" spc="0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-</a:t>
                      </a:r>
                      <a:r>
                        <a:rPr lang="ko-KR" altLang="en-US" sz="1200" kern="0" spc="0" dirty="0">
                          <a:solidFill>
                            <a:srgbClr val="000000"/>
                          </a:solidFill>
                          <a:effectLst/>
                          <a:latin typeface="+mj-lt"/>
                          <a:ea typeface="맑은 고딕"/>
                        </a:rPr>
                        <a:t>구</a:t>
                      </a:r>
                      <a:r>
                        <a:rPr lang="en-US" altLang="ko-KR" sz="1200" kern="0" spc="0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/</a:t>
                      </a:r>
                      <a:r>
                        <a:rPr lang="ko-KR" altLang="en-US" sz="1200" kern="0" spc="0" dirty="0">
                          <a:solidFill>
                            <a:srgbClr val="000000"/>
                          </a:solidFill>
                          <a:effectLst/>
                          <a:latin typeface="+mj-lt"/>
                          <a:ea typeface="맑은 고딕"/>
                        </a:rPr>
                        <a:t>군 선택</a:t>
                      </a:r>
                      <a:endParaRPr lang="ko-KR" altLang="en-US" sz="1200" kern="0" spc="0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42251" marR="42251" marT="11681" marB="11681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945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kern="0" spc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SER-02-0102</a:t>
                      </a:r>
                    </a:p>
                  </a:txBody>
                  <a:tcPr marL="42251" marR="42251" marT="11681" marB="11681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0" spc="0" dirty="0">
                          <a:solidFill>
                            <a:srgbClr val="000000"/>
                          </a:solidFill>
                          <a:effectLst/>
                          <a:latin typeface="+mj-lt"/>
                          <a:ea typeface="맑은 고딕"/>
                        </a:rPr>
                        <a:t>병원검색</a:t>
                      </a:r>
                      <a:r>
                        <a:rPr lang="en-US" altLang="ko-KR" sz="1200" kern="0" spc="0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-</a:t>
                      </a:r>
                      <a:r>
                        <a:rPr lang="ko-KR" altLang="en-US" sz="1200" kern="0" spc="0" dirty="0">
                          <a:solidFill>
                            <a:srgbClr val="000000"/>
                          </a:solidFill>
                          <a:effectLst/>
                          <a:latin typeface="+mj-lt"/>
                          <a:ea typeface="맑은 고딕"/>
                        </a:rPr>
                        <a:t>지역선택</a:t>
                      </a:r>
                      <a:r>
                        <a:rPr lang="en-US" altLang="ko-KR" sz="1200" kern="0" spc="0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-</a:t>
                      </a:r>
                      <a:r>
                        <a:rPr lang="ko-KR" altLang="en-US" sz="1200" kern="0" spc="0" dirty="0">
                          <a:solidFill>
                            <a:srgbClr val="000000"/>
                          </a:solidFill>
                          <a:effectLst/>
                          <a:latin typeface="+mj-lt"/>
                          <a:ea typeface="맑은 고딕"/>
                        </a:rPr>
                        <a:t>읍</a:t>
                      </a:r>
                      <a:r>
                        <a:rPr lang="en-US" altLang="ko-KR" sz="1200" kern="0" spc="0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/</a:t>
                      </a:r>
                      <a:r>
                        <a:rPr lang="ko-KR" altLang="en-US" sz="1200" kern="0" spc="0" dirty="0">
                          <a:solidFill>
                            <a:srgbClr val="000000"/>
                          </a:solidFill>
                          <a:effectLst/>
                          <a:latin typeface="+mj-lt"/>
                          <a:ea typeface="맑은 고딕"/>
                        </a:rPr>
                        <a:t>면</a:t>
                      </a:r>
                      <a:r>
                        <a:rPr lang="en-US" altLang="ko-KR" sz="1200" kern="0" spc="0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/</a:t>
                      </a:r>
                      <a:r>
                        <a:rPr lang="ko-KR" altLang="en-US" sz="1200" kern="0" spc="0" dirty="0">
                          <a:solidFill>
                            <a:srgbClr val="000000"/>
                          </a:solidFill>
                          <a:effectLst/>
                          <a:latin typeface="+mj-lt"/>
                          <a:ea typeface="맑은 고딕"/>
                        </a:rPr>
                        <a:t>동 선택</a:t>
                      </a:r>
                      <a:endParaRPr lang="ko-KR" altLang="en-US" sz="1200" kern="0" spc="0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42251" marR="42251" marT="11681" marB="11681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945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kern="0" spc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SER-02-0103</a:t>
                      </a:r>
                    </a:p>
                  </a:txBody>
                  <a:tcPr marL="42251" marR="42251" marT="11681" marB="11681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0" spc="0" dirty="0">
                          <a:solidFill>
                            <a:srgbClr val="000000"/>
                          </a:solidFill>
                          <a:effectLst/>
                          <a:latin typeface="+mj-lt"/>
                          <a:ea typeface="맑은 고딕"/>
                        </a:rPr>
                        <a:t>병원검색</a:t>
                      </a:r>
                      <a:r>
                        <a:rPr lang="en-US" altLang="ko-KR" sz="1200" kern="0" spc="0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-</a:t>
                      </a:r>
                      <a:r>
                        <a:rPr lang="ko-KR" altLang="en-US" sz="1200" kern="0" spc="0" dirty="0">
                          <a:solidFill>
                            <a:srgbClr val="000000"/>
                          </a:solidFill>
                          <a:effectLst/>
                          <a:latin typeface="+mj-lt"/>
                          <a:ea typeface="맑은 고딕"/>
                        </a:rPr>
                        <a:t>지역선택</a:t>
                      </a:r>
                      <a:r>
                        <a:rPr lang="en-US" altLang="ko-KR" sz="1200" kern="0" spc="0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-</a:t>
                      </a:r>
                      <a:r>
                        <a:rPr lang="ko-KR" altLang="en-US" sz="1200" kern="0" spc="0" dirty="0">
                          <a:solidFill>
                            <a:srgbClr val="000000"/>
                          </a:solidFill>
                          <a:effectLst/>
                          <a:latin typeface="+mj-lt"/>
                          <a:ea typeface="맑은 고딕"/>
                        </a:rPr>
                        <a:t>현재위치로 설정</a:t>
                      </a:r>
                      <a:endParaRPr lang="ko-KR" altLang="en-US" sz="1200" kern="0" spc="0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42251" marR="42251" marT="11681" marB="11681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945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kern="0" spc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SER-02-02</a:t>
                      </a:r>
                    </a:p>
                  </a:txBody>
                  <a:tcPr marL="42251" marR="42251" marT="11681" marB="11681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0" spc="0" dirty="0">
                          <a:solidFill>
                            <a:srgbClr val="000000"/>
                          </a:solidFill>
                          <a:effectLst/>
                          <a:latin typeface="+mj-lt"/>
                          <a:ea typeface="맑은 고딕"/>
                        </a:rPr>
                        <a:t>병원검색</a:t>
                      </a:r>
                      <a:r>
                        <a:rPr lang="en-US" altLang="ko-KR" sz="1200" kern="0" spc="0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-</a:t>
                      </a:r>
                      <a:r>
                        <a:rPr lang="ko-KR" altLang="en-US" sz="1200" kern="0" spc="0" dirty="0">
                          <a:solidFill>
                            <a:srgbClr val="000000"/>
                          </a:solidFill>
                          <a:effectLst/>
                          <a:latin typeface="+mj-lt"/>
                          <a:ea typeface="맑은 고딕"/>
                        </a:rPr>
                        <a:t>병원종류 선택</a:t>
                      </a:r>
                      <a:endParaRPr lang="ko-KR" altLang="en-US" sz="1200" kern="0" spc="0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42251" marR="42251" marT="11681" marB="11681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467345">
                <a:tc gridSpan="3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0" spc="0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이하 생략</a:t>
                      </a:r>
                    </a:p>
                  </a:txBody>
                  <a:tcPr marL="42251" marR="42251" marT="11681" marB="11681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6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2251" marR="42251" marT="11681" marB="11681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6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2251" marR="42251" marT="11681" marB="11681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15" name="사각형: 둥근 모서리 26">
            <a:extLst>
              <a:ext uri="{FF2B5EF4-FFF2-40B4-BE49-F238E27FC236}">
                <a16:creationId xmlns:a16="http://schemas.microsoft.com/office/drawing/2014/main" id="{D1689A0B-A7D8-D8ED-64B0-385C3B6772CD}"/>
              </a:ext>
            </a:extLst>
          </p:cNvPr>
          <p:cNvSpPr/>
          <p:nvPr/>
        </p:nvSpPr>
        <p:spPr>
          <a:xfrm>
            <a:off x="445950" y="6445176"/>
            <a:ext cx="8252100" cy="368200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※ </a:t>
            </a:r>
            <a:r>
              <a:rPr lang="ko-KR" altLang="en-US" b="1" dirty="0">
                <a:solidFill>
                  <a:srgbClr val="FF0000"/>
                </a:solidFill>
              </a:rPr>
              <a:t>본문의 예시 내용을 지우고 과제 내용으로 변경하여 사용하세요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01052307-33C6-8A6E-99FA-D8F564BAD73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439186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8" name="제목 12"/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lvl="0">
              <a:spcBef>
                <a:spcPct val="0"/>
              </a:spcBef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lang="ko-KR" altLang="en-US" sz="1700" b="1" dirty="0">
                <a:solidFill>
                  <a:schemeClr val="bg1"/>
                </a:solidFill>
                <a:latin typeface="+mn-ea"/>
              </a:rPr>
              <a:t>참조</a:t>
            </a:r>
            <a:r>
              <a:rPr lang="en-US" altLang="ko-KR" sz="1700" b="1" dirty="0">
                <a:solidFill>
                  <a:schemeClr val="bg1"/>
                </a:solidFill>
                <a:latin typeface="+mn-ea"/>
              </a:rPr>
              <a:t>-</a:t>
            </a:r>
            <a:r>
              <a:rPr kumimoji="0" lang="ko-KR" altLang="en-US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개발 환경 및 설명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graphicFrame>
        <p:nvGraphicFramePr>
          <p:cNvPr id="2" name="표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460068"/>
              </p:ext>
            </p:extLst>
          </p:nvPr>
        </p:nvGraphicFramePr>
        <p:xfrm>
          <a:off x="450882" y="1268760"/>
          <a:ext cx="8242236" cy="4954434"/>
        </p:xfrm>
        <a:graphic>
          <a:graphicData uri="http://schemas.openxmlformats.org/drawingml/2006/table">
            <a:tbl>
              <a:tblPr/>
              <a:tblGrid>
                <a:gridCol w="8254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89654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119">
                <a:tc grid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1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36000" marR="36000" marT="36000" marB="3600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1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항목</a:t>
                      </a:r>
                    </a:p>
                  </a:txBody>
                  <a:tcPr marL="36000" marR="36000" marT="36000" marB="3600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1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적용내역</a:t>
                      </a:r>
                    </a:p>
                  </a:txBody>
                  <a:tcPr marL="36000" marR="36000" marT="36000" marB="3600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187">
                <a:tc rowSpan="8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S/W</a:t>
                      </a:r>
                    </a:p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개발환경</a:t>
                      </a:r>
                    </a:p>
                  </a:txBody>
                  <a:tcPr marL="36000" marR="36000" marT="36000" marB="3600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3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스마트폰 </a:t>
                      </a:r>
                      <a:r>
                        <a:rPr lang="en-US" altLang="ko-KR" sz="105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App</a:t>
                      </a:r>
                      <a:endParaRPr lang="ko-KR" altLang="en-US" sz="1050" kern="0" spc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개발</a:t>
                      </a:r>
                    </a:p>
                  </a:txBody>
                  <a:tcPr marL="36000" marR="36000" marT="36000" marB="3600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Android Studio (1.2.2)</a:t>
                      </a:r>
                    </a:p>
                  </a:txBody>
                  <a:tcPr marL="36000" marR="36000" marT="36000" marB="3600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Android application </a:t>
                      </a:r>
                      <a:r>
                        <a:rPr lang="ko-KR" altLang="en-US" sz="10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프로그램 개발</a:t>
                      </a:r>
                    </a:p>
                  </a:txBody>
                  <a:tcPr marL="36000" marR="36000" marT="36000" marB="3600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181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Beacon SDK</a:t>
                      </a:r>
                      <a:br>
                        <a:rPr lang="en-US" sz="10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</a:br>
                      <a:r>
                        <a:rPr lang="en-US" sz="10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(RECO/Estimote SDK)</a:t>
                      </a:r>
                    </a:p>
                  </a:txBody>
                  <a:tcPr marL="36000" marR="36000" marT="36000" marB="3600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비콘 신호를 탐지하고 처리하기 위해 사용 </a:t>
                      </a:r>
                    </a:p>
                  </a:txBody>
                  <a:tcPr marL="36000" marR="36000" marT="36000" marB="3600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18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안드로이드 </a:t>
                      </a:r>
                      <a:r>
                        <a:rPr lang="en-US" sz="10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OS(5.0.1)</a:t>
                      </a:r>
                    </a:p>
                  </a:txBody>
                  <a:tcPr marL="36000" marR="36000" marT="36000" marB="3600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스마트폰 운영체제</a:t>
                      </a:r>
                    </a:p>
                  </a:txBody>
                  <a:tcPr marL="36000" marR="36000" marT="36000" marB="3600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18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rowSpan="5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서버 애플리케이션 </a:t>
                      </a:r>
                    </a:p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개발</a:t>
                      </a:r>
                    </a:p>
                  </a:txBody>
                  <a:tcPr marL="36000" marR="36000" marT="36000" marB="3600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PHP(5.3.3)</a:t>
                      </a:r>
                    </a:p>
                  </a:txBody>
                  <a:tcPr marL="36000" marR="36000" marT="36000" marB="3600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서버 관리자 웹 페이지 처리 모듈 작성</a:t>
                      </a:r>
                    </a:p>
                  </a:txBody>
                  <a:tcPr marL="36000" marR="36000" marT="36000" marB="3600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18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MySQL(5.1.73)</a:t>
                      </a:r>
                    </a:p>
                  </a:txBody>
                  <a:tcPr marL="36000" marR="36000" marT="36000" marB="3600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비콘 위치 정보를 포함하는 스마트 도서관 데이터를 저장</a:t>
                      </a:r>
                      <a:r>
                        <a:rPr lang="en-US" altLang="ko-KR" sz="10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0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관리하는 데이터베이스 </a:t>
                      </a:r>
                    </a:p>
                  </a:txBody>
                  <a:tcPr marL="36000" marR="36000" marT="36000" marB="3600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18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Apache(1.7.1)</a:t>
                      </a:r>
                    </a:p>
                  </a:txBody>
                  <a:tcPr marL="36000" marR="36000" marT="36000" marB="3600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관리자 웹 페이지를 구동하는 웹 서버 </a:t>
                      </a:r>
                    </a:p>
                  </a:txBody>
                  <a:tcPr marL="36000" marR="36000" marT="36000" marB="3600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18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서버　운영체제</a:t>
                      </a:r>
                    </a:p>
                  </a:txBody>
                  <a:tcPr marL="36000" marR="36000" marT="36000" marB="3600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리눅스 </a:t>
                      </a:r>
                      <a:r>
                        <a:rPr lang="en-US" sz="10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CentOS 6.6</a:t>
                      </a:r>
                    </a:p>
                  </a:txBody>
                  <a:tcPr marL="36000" marR="36000" marT="36000" marB="3600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318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Putty</a:t>
                      </a:r>
                    </a:p>
                  </a:txBody>
                  <a:tcPr marL="36000" marR="36000" marT="36000" marB="3600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클라우드 서버 </a:t>
                      </a:r>
                      <a:r>
                        <a:rPr lang="en-US" altLang="ko-KR" sz="10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CentOS </a:t>
                      </a:r>
                      <a:r>
                        <a:rPr lang="ko-KR" altLang="en-US" sz="10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원격 접속용 툴</a:t>
                      </a:r>
                    </a:p>
                  </a:txBody>
                  <a:tcPr marL="36000" marR="36000" marT="36000" marB="3600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501818">
                <a:tc rowSpan="5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H/W</a:t>
                      </a:r>
                    </a:p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구성장비</a:t>
                      </a:r>
                    </a:p>
                  </a:txBody>
                  <a:tcPr marL="36000" marR="36000" marT="36000" marB="3600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디바이스</a:t>
                      </a:r>
                    </a:p>
                  </a:txBody>
                  <a:tcPr marL="36000" marR="36000" marT="36000" marB="3600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스마트폰</a:t>
                      </a:r>
                      <a:br>
                        <a:rPr lang="ko-KR" altLang="en-US" sz="10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</a:br>
                      <a:r>
                        <a:rPr lang="en-US" altLang="ko-KR" sz="10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0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안드로이드</a:t>
                      </a:r>
                      <a:r>
                        <a:rPr lang="en-US" altLang="ko-KR" sz="10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0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아이폰</a:t>
                      </a:r>
                      <a:r>
                        <a:rPr lang="en-US" altLang="ko-KR" sz="10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)</a:t>
                      </a:r>
                      <a:endParaRPr lang="ko-KR" altLang="en-US" sz="1000" kern="0" spc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사용자에게 서비스를 직접적으로 제공하는 </a:t>
                      </a:r>
                      <a:r>
                        <a:rPr lang="en-US" altLang="ko-KR" sz="10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End Device</a:t>
                      </a:r>
                      <a:endParaRPr lang="ko-KR" altLang="en-US" sz="1000" kern="0" spc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50181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kern="0" spc="0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비콘</a:t>
                      </a:r>
                      <a:r>
                        <a:rPr lang="ko-KR" altLang="en-US" sz="10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10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en-US" sz="1000" kern="0" spc="0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Estimote</a:t>
                      </a:r>
                      <a:r>
                        <a:rPr lang="en-US" sz="10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iBeacon, </a:t>
                      </a:r>
                      <a:r>
                        <a:rPr lang="en-US" sz="1000" kern="0" spc="0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Reco</a:t>
                      </a:r>
                      <a:r>
                        <a:rPr lang="en-US" sz="10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Beacon)</a:t>
                      </a:r>
                    </a:p>
                  </a:txBody>
                  <a:tcPr marL="36000" marR="36000" marT="36000" marB="3600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Region</a:t>
                      </a:r>
                      <a:r>
                        <a:rPr lang="ko-KR" altLang="en-US" sz="10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정보</a:t>
                      </a:r>
                      <a:r>
                        <a:rPr lang="en-US" altLang="ko-KR" sz="10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, Mac</a:t>
                      </a:r>
                      <a:r>
                        <a:rPr lang="ko-KR" altLang="en-US" sz="10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주소 등의 정보를 블루투스 신호를 이용해서 지속적으로 신호를 보내는 신호 발생기</a:t>
                      </a:r>
                    </a:p>
                  </a:txBody>
                  <a:tcPr marL="36000" marR="36000" marT="36000" marB="3600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8318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통신</a:t>
                      </a:r>
                    </a:p>
                  </a:txBody>
                  <a:tcPr marL="36000" marR="36000" marT="36000" marB="3600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블루투스 통신 어댑터</a:t>
                      </a:r>
                    </a:p>
                  </a:txBody>
                  <a:tcPr marL="36000" marR="36000" marT="36000" marB="3600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비콘과 스마트폰이 블루투스 통신하기 위한 하드웨어 모듈</a:t>
                      </a:r>
                    </a:p>
                  </a:txBody>
                  <a:tcPr marL="36000" marR="36000" marT="36000" marB="3600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8318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무선 랜 어댑터</a:t>
                      </a:r>
                    </a:p>
                  </a:txBody>
                  <a:tcPr marL="36000" marR="36000" marT="36000" marB="3600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스마트폰과 웹서버 통신</a:t>
                      </a:r>
                    </a:p>
                  </a:txBody>
                  <a:tcPr marL="36000" marR="36000" marT="36000" marB="3600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50181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서버</a:t>
                      </a:r>
                    </a:p>
                  </a:txBody>
                  <a:tcPr marL="36000" marR="36000" marT="36000" marB="3600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클라우드 서버</a:t>
                      </a:r>
                    </a:p>
                  </a:txBody>
                  <a:tcPr marL="36000" marR="36000" marT="36000" marB="3600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SW </a:t>
                      </a:r>
                      <a:r>
                        <a:rPr lang="ko-KR" altLang="en-US" sz="10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개발 및 테스트를 위한 </a:t>
                      </a:r>
                      <a:r>
                        <a:rPr lang="ko-KR" altLang="en-US" sz="1000" kern="0" spc="0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클라우드</a:t>
                      </a:r>
                      <a:r>
                        <a:rPr lang="ko-KR" altLang="en-US" sz="10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서버</a:t>
                      </a:r>
                      <a:br>
                        <a:rPr lang="ko-KR" altLang="en-US" sz="10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</a:br>
                      <a:r>
                        <a:rPr lang="en-US" altLang="ko-KR" sz="10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(Server, </a:t>
                      </a:r>
                      <a:r>
                        <a:rPr lang="ko-KR" altLang="en-US" sz="1000" kern="0" spc="0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리눅스</a:t>
                      </a:r>
                      <a:r>
                        <a:rPr lang="en-US" altLang="ko-KR" sz="10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OS, </a:t>
                      </a:r>
                      <a:r>
                        <a:rPr lang="ko-KR" altLang="en-US" sz="10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유선 </a:t>
                      </a:r>
                      <a:r>
                        <a:rPr lang="en-US" altLang="ko-KR" sz="10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NW </a:t>
                      </a:r>
                      <a:r>
                        <a:rPr lang="ko-KR" altLang="en-US" sz="10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등</a:t>
                      </a:r>
                      <a:r>
                        <a:rPr lang="en-US" altLang="ko-KR" sz="10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)</a:t>
                      </a:r>
                      <a:endParaRPr lang="ko-KR" altLang="en-US" sz="100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sp>
        <p:nvSpPr>
          <p:cNvPr id="13" name="직사각형 12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 1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sp>
        <p:nvSpPr>
          <p:cNvPr id="14" name="사각형: 둥근 모서리 26">
            <a:extLst>
              <a:ext uri="{FF2B5EF4-FFF2-40B4-BE49-F238E27FC236}">
                <a16:creationId xmlns:a16="http://schemas.microsoft.com/office/drawing/2014/main" id="{44E9C056-C2F0-90E7-A8D6-C4A7F72E7BFC}"/>
              </a:ext>
            </a:extLst>
          </p:cNvPr>
          <p:cNvSpPr/>
          <p:nvPr/>
        </p:nvSpPr>
        <p:spPr>
          <a:xfrm>
            <a:off x="445950" y="6445176"/>
            <a:ext cx="8252100" cy="368200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※ </a:t>
            </a:r>
            <a:r>
              <a:rPr lang="ko-KR" altLang="en-US" b="1" dirty="0">
                <a:solidFill>
                  <a:srgbClr val="FF0000"/>
                </a:solidFill>
              </a:rPr>
              <a:t>본문의 예시 내용을 지우고 과제 내용으로 변경하여 사용하세요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5FFA21BE-BF57-0869-9170-38A087961F3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89265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8" name="제목 12"/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lvl="0">
              <a:spcBef>
                <a:spcPct val="0"/>
              </a:spcBef>
              <a:defRPr/>
            </a:pPr>
            <a:r>
              <a:rPr lang="en-US" altLang="ko-KR" sz="1700" b="1" dirty="0">
                <a:solidFill>
                  <a:schemeClr val="bg1"/>
                </a:solidFill>
                <a:latin typeface="+mn-ea"/>
              </a:rPr>
              <a:t>| </a:t>
            </a:r>
            <a:r>
              <a:rPr lang="ko-KR" altLang="en-US" sz="1700" b="1" dirty="0">
                <a:solidFill>
                  <a:schemeClr val="bg1"/>
                </a:solidFill>
                <a:latin typeface="+mn-ea"/>
              </a:rPr>
              <a:t>참조</a:t>
            </a:r>
            <a:r>
              <a:rPr lang="en-US" altLang="ko-KR" sz="1700" b="1" dirty="0">
                <a:solidFill>
                  <a:schemeClr val="bg1"/>
                </a:solidFill>
                <a:latin typeface="+mn-ea"/>
              </a:rPr>
              <a:t>-S/W </a:t>
            </a:r>
            <a:r>
              <a:rPr lang="ko-KR" altLang="en-US" sz="1700" b="1" dirty="0">
                <a:solidFill>
                  <a:schemeClr val="bg1"/>
                </a:solidFill>
                <a:latin typeface="+mn-ea"/>
              </a:rPr>
              <a:t>기능 실사 사진</a:t>
            </a:r>
            <a:endParaRPr lang="ko-KR" altLang="en-US" sz="1700" spc="-50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 1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9BCB1CE-2DD6-40DC-A0F7-0303DCBC1F92}"/>
              </a:ext>
            </a:extLst>
          </p:cNvPr>
          <p:cNvSpPr/>
          <p:nvPr/>
        </p:nvSpPr>
        <p:spPr>
          <a:xfrm>
            <a:off x="222256" y="1473901"/>
            <a:ext cx="8454200" cy="461939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solidFill>
                <a:schemeClr val="tx1"/>
              </a:solidFill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9951" y="1812454"/>
            <a:ext cx="4258129" cy="2768947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986" y="1884038"/>
            <a:ext cx="3501585" cy="2697363"/>
          </a:xfrm>
          <a:prstGeom prst="rect">
            <a:avLst/>
          </a:prstGeom>
        </p:spPr>
      </p:pic>
      <p:sp>
        <p:nvSpPr>
          <p:cNvPr id="15" name="사각형: 둥근 모서리 26">
            <a:extLst>
              <a:ext uri="{FF2B5EF4-FFF2-40B4-BE49-F238E27FC236}">
                <a16:creationId xmlns:a16="http://schemas.microsoft.com/office/drawing/2014/main" id="{AFF764EB-22DF-A175-1421-5773B08BCB8C}"/>
              </a:ext>
            </a:extLst>
          </p:cNvPr>
          <p:cNvSpPr/>
          <p:nvPr/>
        </p:nvSpPr>
        <p:spPr>
          <a:xfrm>
            <a:off x="445950" y="6445176"/>
            <a:ext cx="8252100" cy="368200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※ </a:t>
            </a:r>
            <a:r>
              <a:rPr lang="ko-KR" altLang="en-US" b="1" dirty="0">
                <a:solidFill>
                  <a:srgbClr val="FF0000"/>
                </a:solidFill>
              </a:rPr>
              <a:t>본문의 예시 내용을 지우고 과제 내용으로 변경하여 사용하세요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9B6CF3D6-54AD-664D-A74A-7B5AB1425843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591398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8" name="제목 12"/>
          <p:cNvSpPr txBox="1">
            <a:spLocks/>
          </p:cNvSpPr>
          <p:nvPr/>
        </p:nvSpPr>
        <p:spPr>
          <a:xfrm>
            <a:off x="323528" y="692696"/>
            <a:ext cx="3096344" cy="317833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lvl="0">
              <a:spcBef>
                <a:spcPct val="0"/>
              </a:spcBef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kumimoji="0" lang="ko-KR" altLang="en-US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참조</a:t>
            </a: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-H/W </a:t>
            </a:r>
            <a:r>
              <a:rPr lang="ko-KR" altLang="en-US" sz="1700" b="1" dirty="0">
                <a:solidFill>
                  <a:schemeClr val="bg1"/>
                </a:solidFill>
                <a:latin typeface="+mn-ea"/>
              </a:rPr>
              <a:t>기능 실사 사진</a:t>
            </a:r>
            <a:endParaRPr lang="ko-KR" altLang="en-US" sz="1700" spc="-50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 1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9BCB1CE-2DD6-40DC-A0F7-0303DCBC1F92}"/>
              </a:ext>
            </a:extLst>
          </p:cNvPr>
          <p:cNvSpPr/>
          <p:nvPr/>
        </p:nvSpPr>
        <p:spPr>
          <a:xfrm>
            <a:off x="222256" y="1473901"/>
            <a:ext cx="8454200" cy="461939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solidFill>
                <a:schemeClr val="tx1"/>
              </a:solidFill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357" y="1935749"/>
            <a:ext cx="7899400" cy="3695700"/>
          </a:xfrm>
          <a:prstGeom prst="rect">
            <a:avLst/>
          </a:prstGeom>
        </p:spPr>
      </p:pic>
      <p:sp>
        <p:nvSpPr>
          <p:cNvPr id="15" name="사각형: 둥근 모서리 26">
            <a:extLst>
              <a:ext uri="{FF2B5EF4-FFF2-40B4-BE49-F238E27FC236}">
                <a16:creationId xmlns:a16="http://schemas.microsoft.com/office/drawing/2014/main" id="{506AB3E1-AE74-9160-3B88-1E1B34C06951}"/>
              </a:ext>
            </a:extLst>
          </p:cNvPr>
          <p:cNvSpPr/>
          <p:nvPr/>
        </p:nvSpPr>
        <p:spPr>
          <a:xfrm>
            <a:off x="445950" y="6445176"/>
            <a:ext cx="8252100" cy="368200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※ </a:t>
            </a:r>
            <a:r>
              <a:rPr lang="ko-KR" altLang="en-US" b="1" dirty="0">
                <a:solidFill>
                  <a:srgbClr val="FF0000"/>
                </a:solidFill>
              </a:rPr>
              <a:t>본문의 예시 내용을 지우고 과제 내용으로 변경하여 사용하세요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6960E464-F9BA-E972-3A6A-9DF7CBA2EF2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88338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8" name="제목 12"/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kumimoji="0" lang="ko-KR" altLang="en-US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참조</a:t>
            </a: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-</a:t>
            </a:r>
            <a:r>
              <a:rPr lang="ko-KR" altLang="en-US" sz="1700" b="1" dirty="0">
                <a:solidFill>
                  <a:schemeClr val="bg1"/>
                </a:solidFill>
                <a:latin typeface="+mn-ea"/>
                <a:cs typeface="+mj-cs"/>
              </a:rPr>
              <a:t>동영상 촬영 콘티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 1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293" y="3798060"/>
            <a:ext cx="5877702" cy="2151219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E9BCB1CE-2DD6-40DC-A0F7-0303DCBC1F92}"/>
              </a:ext>
            </a:extLst>
          </p:cNvPr>
          <p:cNvSpPr/>
          <p:nvPr/>
        </p:nvSpPr>
        <p:spPr>
          <a:xfrm>
            <a:off x="222256" y="1473901"/>
            <a:ext cx="8454200" cy="461939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solidFill>
                <a:schemeClr val="tx1"/>
              </a:solidFill>
            </a:endParaRP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178" y="1508629"/>
            <a:ext cx="5855816" cy="2157906"/>
          </a:xfrm>
          <a:prstGeom prst="rect">
            <a:avLst/>
          </a:prstGeom>
        </p:spPr>
      </p:pic>
      <p:sp>
        <p:nvSpPr>
          <p:cNvPr id="15" name="사각형: 둥근 모서리 26">
            <a:extLst>
              <a:ext uri="{FF2B5EF4-FFF2-40B4-BE49-F238E27FC236}">
                <a16:creationId xmlns:a16="http://schemas.microsoft.com/office/drawing/2014/main" id="{C7500637-46CD-7B82-4D3C-E50C3719767E}"/>
              </a:ext>
            </a:extLst>
          </p:cNvPr>
          <p:cNvSpPr/>
          <p:nvPr/>
        </p:nvSpPr>
        <p:spPr>
          <a:xfrm>
            <a:off x="445950" y="6445176"/>
            <a:ext cx="8252100" cy="368200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※ </a:t>
            </a:r>
            <a:r>
              <a:rPr lang="ko-KR" altLang="en-US" b="1" dirty="0">
                <a:solidFill>
                  <a:srgbClr val="FF0000"/>
                </a:solidFill>
              </a:rPr>
              <a:t>본문의 예시 내용을 지우고 과제 내용으로 변경하여 사용하세요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390139F4-3D90-BC08-F57D-2AEEFFE84A55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85981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8" name="제목 12"/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kumimoji="0" lang="ko-KR" altLang="en-US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참조</a:t>
            </a: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-</a:t>
            </a:r>
            <a:r>
              <a:rPr lang="ko-KR" altLang="en-US" sz="1700" b="1" dirty="0">
                <a:solidFill>
                  <a:schemeClr val="bg1"/>
                </a:solidFill>
                <a:latin typeface="+mn-ea"/>
                <a:cs typeface="+mj-cs"/>
              </a:rPr>
              <a:t>프로젝트 관리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 1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9BCB1CE-2DD6-40DC-A0F7-0303DCBC1F92}"/>
              </a:ext>
            </a:extLst>
          </p:cNvPr>
          <p:cNvSpPr/>
          <p:nvPr/>
        </p:nvSpPr>
        <p:spPr>
          <a:xfrm>
            <a:off x="222256" y="1473901"/>
            <a:ext cx="2793828" cy="461939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solidFill>
                <a:schemeClr val="tx1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E9BCB1CE-2DD6-40DC-A0F7-0303DCBC1F92}"/>
              </a:ext>
            </a:extLst>
          </p:cNvPr>
          <p:cNvSpPr/>
          <p:nvPr/>
        </p:nvSpPr>
        <p:spPr>
          <a:xfrm>
            <a:off x="3131840" y="1468773"/>
            <a:ext cx="2880320" cy="461939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solidFill>
                <a:schemeClr val="tx1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9BCB1CE-2DD6-40DC-A0F7-0303DCBC1F92}"/>
              </a:ext>
            </a:extLst>
          </p:cNvPr>
          <p:cNvSpPr/>
          <p:nvPr/>
        </p:nvSpPr>
        <p:spPr>
          <a:xfrm>
            <a:off x="6084168" y="1484784"/>
            <a:ext cx="2981592" cy="461939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solidFill>
                <a:schemeClr val="tx1"/>
              </a:solidFill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9849" y="1916832"/>
            <a:ext cx="2870229" cy="25294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097872" y="151668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ko-KR" altLang="en-US" b="1"/>
              <a:t>이슈관리</a:t>
            </a:r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3847" y="1988840"/>
            <a:ext cx="2808313" cy="237255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203848" y="1484784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ko-KR" altLang="en-US" b="1" dirty="0"/>
              <a:t>형상관리</a:t>
            </a:r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3528" y="1972217"/>
            <a:ext cx="2692556" cy="238917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67660" y="1484784"/>
            <a:ext cx="16514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ko-KR" altLang="en-US" b="1" dirty="0"/>
              <a:t>프로젝트 관리</a:t>
            </a:r>
          </a:p>
        </p:txBody>
      </p:sp>
      <p:sp>
        <p:nvSpPr>
          <p:cNvPr id="24" name="사각형: 둥근 모서리 26">
            <a:extLst>
              <a:ext uri="{FF2B5EF4-FFF2-40B4-BE49-F238E27FC236}">
                <a16:creationId xmlns:a16="http://schemas.microsoft.com/office/drawing/2014/main" id="{01E962C8-CE2A-8E9B-B0A0-BDF35F75C2E4}"/>
              </a:ext>
            </a:extLst>
          </p:cNvPr>
          <p:cNvSpPr/>
          <p:nvPr/>
        </p:nvSpPr>
        <p:spPr>
          <a:xfrm>
            <a:off x="445950" y="6445176"/>
            <a:ext cx="8252100" cy="368200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※ </a:t>
            </a:r>
            <a:r>
              <a:rPr lang="ko-KR" altLang="en-US" b="1" dirty="0">
                <a:solidFill>
                  <a:srgbClr val="FF0000"/>
                </a:solidFill>
              </a:rPr>
              <a:t>본문의 예시 내용을 지우고 과제 내용으로 변경하여 사용하세요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D26D0B7D-EFC9-128F-423A-9281E7C67982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55838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13"/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36"/>
          <a:stretch/>
        </p:blipFill>
        <p:spPr bwMode="auto">
          <a:xfrm rot="10800000">
            <a:off x="4306022" y="3226032"/>
            <a:ext cx="4837978" cy="36155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9" name="TextBox 18"/>
          <p:cNvSpPr txBox="1"/>
          <p:nvPr/>
        </p:nvSpPr>
        <p:spPr>
          <a:xfrm>
            <a:off x="2963451" y="2998113"/>
            <a:ext cx="3217099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5000" b="1" spc="-150" dirty="0">
                <a:solidFill>
                  <a:srgbClr val="3B5AA8"/>
                </a:solidFill>
              </a:rPr>
              <a:t>Thank you</a:t>
            </a:r>
            <a:endParaRPr lang="ko-KR" altLang="en-US" sz="5000" b="1" spc="-150" dirty="0">
              <a:solidFill>
                <a:srgbClr val="3B5AA8"/>
              </a:solidFill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971600" y="6502764"/>
            <a:ext cx="7056784" cy="3600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C8B488D3-AF34-7CBE-A60C-C2CAAAD8CAA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7269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5"/>
        </a:solidFill>
        <a:ln>
          <a:noFill/>
        </a:ln>
      </a:spPr>
      <a:bodyPr rtlCol="0" anchor="ctr"/>
      <a:lstStyle>
        <a:defPPr algn="ctr">
          <a:defRPr b="1" dirty="0" smtClean="0"/>
        </a:def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1655</TotalTime>
  <Words>2320</Words>
  <Application>Microsoft Macintosh PowerPoint</Application>
  <PresentationFormat>화면 슬라이드 쇼(4:3)</PresentationFormat>
  <Paragraphs>546</Paragraphs>
  <Slides>28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28</vt:i4>
      </vt:variant>
    </vt:vector>
  </HeadingPairs>
  <TitlesOfParts>
    <vt:vector size="35" baseType="lpstr">
      <vt:lpstr>맑은 고딕</vt:lpstr>
      <vt:lpstr>Arial</vt:lpstr>
      <vt:lpstr>Calibri</vt:lpstr>
      <vt:lpstr>Times New Roman</vt:lpstr>
      <vt:lpstr>Trebuchet MS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이낙선</dc:creator>
  <cp:lastModifiedBy>정재환</cp:lastModifiedBy>
  <cp:revision>287</cp:revision>
  <dcterms:created xsi:type="dcterms:W3CDTF">2014-04-16T00:55:54Z</dcterms:created>
  <dcterms:modified xsi:type="dcterms:W3CDTF">2026-07-04T00:21:26Z</dcterms:modified>
</cp:coreProperties>
</file>
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svg" ContentType="image/svg+xml"/>
  <Override PartName="/ppt/media/image2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6" r:id="rId34"/>
    <p:sldId id="340" r:id="rId35"/>
    <p:sldId id="341" r:id="rId36"/>
    <p:sldId id="342" r:id="rId37"/>
    <p:sldId id="272" r:id="rId38"/>
    <p:sldId id="343" r:id="rId39"/>
    <p:sldId id="344" r:id="rId40"/>
    <p:sldId id="257" r:id="rId41"/>
    <p:sldId id="347" r:id="rId42"/>
    <p:sldId id="348" r:id="rId43"/>
    <p:sldId id="350" r:id="rId44"/>
    <p:sldId id="351" r:id="rId45"/>
    <p:sldId id="318" r:id="rId46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6"/>
            <p14:sldId id="340"/>
            <p14:sldId id="341"/>
            <p14:sldId id="342"/>
            <p14:sldId id="272"/>
            <p14:sldId id="343"/>
            <p14:sldId id="344"/>
            <p14:sldId id="257"/>
            <p14:sldId id="347"/>
            <p14:sldId id="348"/>
            <p14:sldId id="350"/>
            <p14:sldId id="351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8" autoAdjust="0"/>
    <p:restoredTop sz="95682"/>
  </p:normalViewPr>
  <p:slideViewPr>
    <p:cSldViewPr snapToGrid="0">
      <p:cViewPr>
        <p:scale>
          <a:sx n="77" d="100"/>
          <a:sy n="77" d="100"/>
        </p:scale>
        <p:origin x="736" y="172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2026. 7. 5.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74164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2026. 7. 5.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data.nasa.gov/dataset/li-ion-battery-aging-datasets" TargetMode="External"/><Relationship Id="rId3" Type="http://schemas.openxmlformats.org/officeDocument/2006/relationships/hyperlink" Target="https://www.sciencedirect.com/science/article/pii/S2352340924005766" TargetMode="External"/><Relationship Id="rId4" Type="http://schemas.openxmlformats.org/officeDocument/2006/relationships/hyperlink" Target="https://www.sandia.gov/app/uploads/sites/82/2022/10/301_Wang_Safety.pdf" TargetMode="External"/><Relationship Id="rId5" Type="http://schemas.openxmlformats.org/officeDocument/2006/relationships/hyperlink" Target="https://www.mdpi.com/2313-0105/3/2/14" TargetMode="External"/><Relationship Id="rId6" Type="http://schemas.openxmlformats.org/officeDocument/2006/relationships/hyperlink" Target="https://pmc.ncbi.nlm.nih.gov/articles/PMC5503358/" TargetMode="External"/><Relationship Id="rId7" Type="http://schemas.openxmlformats.org/officeDocument/2006/relationships/hyperlink" Target="https://spj.science.org/doi/10.34133/energymatadv.0008" TargetMode="External"/><Relationship Id="rId8" Type="http://schemas.openxmlformats.org/officeDocument/2006/relationships/hyperlink" Target="https://www.sciencedirect.com/science/article/abs/pii/S2352152X21006095" TargetMode="External"/><Relationship Id="rId9" Type="http://schemas.openxmlformats.org/officeDocument/2006/relationships/hyperlink" Target="https://www.frontiersin.org/journals/physics/articles/10.3389/fphy.2025.1615872/full" TargetMode="External"/><Relationship Id="rId10" Type="http://schemas.openxmlformats.org/officeDocument/2006/relationships/hyperlink" Target="https://www.sciencedirect.com/science/article/abs/pii/S0360544225013908" TargetMode="External"/><Relationship Id="rId11" Type="http://schemas.openxmlformats.org/officeDocument/2006/relationships/hyperlink" Target="https://www.mdpi.com/2313-0105/11/10/356" TargetMode="External"/><Relationship Id="rId12" Type="http://schemas.openxmlformats.org/officeDocument/2006/relationships/hyperlink" Target="https://advanced.onlinelibrary.wiley.com/doi/10.1002/adsr.202400165" TargetMode="External"/><Relationship Id="rId13" Type="http://schemas.openxmlformats.org/officeDocument/2006/relationships/hyperlink" Target="https://www.large-battery.com/blog/why-lipo-batteries-explode-and-prevent-it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Relationship Id="rId6" Type="http://schemas.microsoft.com/office/2007/relationships/diagramDrawing" Target="../diagrams/drawing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8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svg"/><Relationship Id="rId4" Type="http://schemas.openxmlformats.org/officeDocument/2006/relationships/image" Target="../media/image20.sv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1.sv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2.sv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3.svg"/><Relationship Id="rId4" Type="http://schemas.openxmlformats.org/officeDocument/2006/relationships/image" Target="../media/image24.sv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sv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상태 기준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상태 기준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5307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5276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6868957"/>
              </p:ext>
            </p:extLst>
          </p:nvPr>
        </p:nvGraphicFramePr>
        <p:xfrm>
          <a:off x="292608" y="841248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이메일로 안전하게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소셜 로그인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카카오·네이버 계정으로 빠른 로그인.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87558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분실 시 인증 후 접근 복구.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588944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분리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역할별 화면 제공 및 접근 권한 제한.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686687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세션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로그인 상태 유지 및 미사용 세션 자동 만료.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19996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등록 및 측정 이력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84521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선택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저장된 배터리 선택 및 이전 이력 연속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170629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시작·종료를 세션 단위로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64463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태깅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센서값과 AI 결과를 선택 배터리에 연결.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170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상태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장비와 대상 배터리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9870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원본 데이터 누락 없는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73270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결과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이상점수와 위험 판단 결과 저장.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82868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재처리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후 마지막 처리 지점부터 재처리.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8793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빠른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 기간 전압·온도·전류 데이터 빠른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8016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상태 요약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현재 센서값·이상점수·상태 등급 요약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97091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실시간 반영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새로고침 없는 실시간 변화와 경고 반영.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283290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추세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기간·지표별 추세 그래프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95319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 검색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이벤트·오류·제어 이력 검색.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83400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배터리별 세션·점수·이벤트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이력</a:t>
                      </a:r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8089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7127BE8F-F58D-D4AF-1597-FB019506C9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6038920"/>
              </p:ext>
            </p:extLst>
          </p:nvPr>
        </p:nvGraphicFramePr>
        <p:xfrm>
          <a:off x="4983480" y="842524"/>
          <a:ext cx="4526280" cy="5244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기록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시점 값·점수·대응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이상점수를 4단계 위험 등급으로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867070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기준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목적별 알림 조건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432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외부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경고·위험 상태 외부 알림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3931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중복 알림 억제 및 주요 변화만 발송.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42488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발송 기록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39729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차단·복구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권한 확인 후 차단·복구 실행.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2089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긴급 차단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시 Kill-Switch 연계 차단.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996611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암호화 및 입력값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68791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운영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로그·감사·헬스 상태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1795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반응형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PC·태블릿·모바일별 관제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83551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센터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새 경고와 놓친 알림 화면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62832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파일 내보내기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 데이터와 이벤트 파일 내보내기.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050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연결 끊김 시 자동 복구와 상태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92508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접근성 화면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다크모드와 접근성 화면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791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운영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계정 권한과 활성 상태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8981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통합 관제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전체 배터리·장비·위험 상태 통합 조회.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9857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감사 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조회·설정·제어 이력 감사.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36534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서비스 헬스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Kafka·DB·AI 상태 빠른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857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F2445-BE73-9175-8578-40EA5975F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BEE1DAF-8239-6879-7807-AAD7B9C8FCD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3B1234-3A2B-F371-535E-3053B5C943C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D2A32D-F107-EAC1-B5BA-3544576B1E4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409B175-1F0D-730E-DAA9-E763E43A1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9729196"/>
              </p:ext>
            </p:extLst>
          </p:nvPr>
        </p:nvGraphicFramePr>
        <p:xfrm>
          <a:off x="292608" y="841248"/>
          <a:ext cx="4526280" cy="368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공지사항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AI 근거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이상점수 상승 원인 근거별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99528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수명 예측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배터리 건강도와 잔존수명 추정.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82210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이상 시연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시나리오 기반 탐지·알림·차단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40270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원인 분석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전후 데이터와 조치 흐름 분석.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50195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경고 격상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미확인 알림 격상과 대응 상태 기록.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02440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알림 채널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위험도별 알림 채널 분리.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64566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끊김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장비 오프라인과 수신 중단 즉시 경고.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227751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여러 배터리·세션 추세 비교.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6523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대응 안내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등급별 즉시 조치 안내.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53156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웹푸시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설치형 웹과 웹푸시 알림 제공.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49714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보존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원본·요약 데이터 보존 정책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570864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다국어 전환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한국어·영어 화면 전환.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9279262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A609654D-7CF8-5DAF-79B4-C0CEE6E22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610601"/>
              </p:ext>
            </p:extLst>
          </p:nvPr>
        </p:nvGraphicFramePr>
        <p:xfrm>
          <a:off x="4983480" y="842524"/>
          <a:ext cx="4526280" cy="26380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점검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안전 체크 완료 후 측정 시작.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이중 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위험 조작 권한 확인과 2차 확인.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승인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933347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센서 보정 이력과 만료 경고 관리.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76881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품질 표시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데이터 품질 점수와 분석 가능 여부 표시.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품질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55236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선택 검증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QR/라벨 기반 배터리 선택 검증.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042767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조건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실험 조건 템플릿 저장과 재사용.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템플릿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02574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진단 자료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장애 진단 자료 일괄 다운로드.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진단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222462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SRS-WEB-059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접근 추적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민감 작업 사용자·시간·IP 추적.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880605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650" b="0" dirty="0">
                          <a:latin typeface="Apple SD Gothic Neo"/>
                        </a:rPr>
                        <a:t>SRS-WEB-060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백업·복구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백업과 복구 테스트로 데이터 유실 방지.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복구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8388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4083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45820-FFF4-D63A-4FF7-AFAED45B7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096E884-5B27-26A3-1D62-C4FA37C6BD1C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AE61B5-6C30-ABF0-56D1-087F1B8F5CF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FD4041-BE2E-38F5-218A-782D2953D85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D34E6670-48E4-9A01-0912-B442452113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241998"/>
              </p:ext>
            </p:extLst>
          </p:nvPr>
        </p:nvGraphicFramePr>
        <p:xfrm>
          <a:off x="292608" y="841248"/>
          <a:ext cx="4526280" cy="5311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</a:t>
                      </a:r>
                      <a:r>
                        <a:rPr sz="750" b="1" dirty="0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핵심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셀가드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서비스의 AI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열폭주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예측, 실시간 관제,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전압·전류·온도·SOC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수집 설명을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 영상 실행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랜딩 화면의 데모 영상 버튼으로 데모 콘텐츠 진입을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이메일과 비밀번호 기반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모달에서 관리자 계정 진입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소셜 로그인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Google 로그인 버튼으로 소셜 로그인을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모달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또는 회원가입 버튼에서 회원가입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 복귀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 화면에서 기존 계정 로그인 화면으로 돌아간다.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 화면에서 계정 찾기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재설정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찾기 탭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찾기 화면에서 이메일 찾기 탭으로 표시 내용을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앱 셸에서 로그아웃 버튼으로 세션을 종료한다.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언어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토글로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 화면 언어를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패널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상단 알림 아이콘으로 미확인 알림 패널을 열고 닫는다.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메뉴 접기/펼치기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 메뉴 접기 버튼으로 데스크톱 내비게이션 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UI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사이드바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연결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관제 화면에서 연결 배터리 ID와 측정 중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8ACC8A1-D833-7771-FA2A-C25C0A6455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794792"/>
              </p:ext>
            </p:extLst>
          </p:nvPr>
        </p:nvGraphicFramePr>
        <p:xfrm>
          <a:off x="4983480" y="842524"/>
          <a:ext cx="4526280" cy="533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현재 이상점수, 정상·주의·위험 구간, 점수 추세를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화면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이상점수 영역에서 이상 탐지 관리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대시보드의 릴레이 차단 버튼으로 Kill-Switch 승인 흐름에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 현재값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계측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정상, 주의, 경고, 위험 구간별 배터리 분포를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이벤트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대시보드에서 최근 이상 이벤트와 발생 시간을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알림 영역에서 알림 센터로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전체 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대시보드 공지 영역에서 공지사항 목록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모드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모달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등록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13856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D8549-7FFA-07C2-05CF-6205A3220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4AAD36A-7B90-50B3-D22F-71ABAB7E470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BA3E9D-0C12-56E5-4434-CA8E810C196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430D2E-4B14-053B-C3C3-3B1CC9C91EEE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BD75F069-094B-8052-6C60-87E4A241F2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148314"/>
              </p:ext>
            </p:extLst>
          </p:nvPr>
        </p:nvGraphicFramePr>
        <p:xfrm>
          <a:off x="292608" y="841248"/>
          <a:ext cx="4526280" cy="53294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연결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과거 측정 세션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이력조회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요약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이상탐지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SOH, RUL, 누적 사이클, 내부 저항, 만료 임박 정보를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탐지 상세 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항목 또는 더보기 동작으로 이상 상세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기간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24시간, 7일, 30일 기간 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지표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이벤트 검색어로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정렬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페이지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목록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행을 클릭해 상세 정보와 관련 센서값을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CSV 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PDF 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항목의 확인(Ack) 버튼으로 대응 확인 상태를 기록한다.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540017E6-2DF8-806F-7B5E-D5BCE0FDB1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1929310"/>
              </p:ext>
            </p:extLst>
          </p:nvPr>
        </p:nvGraphicFramePr>
        <p:xfrm>
          <a:off x="4983480" y="842524"/>
          <a:ext cx="4526280" cy="53477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모든 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센터에서 모두 확인 버튼으로 미확인 알림을 일괄 처리한다.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카테고리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항목을 클릭해 공지 상세를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상태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승인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승인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버튼으로 승인 모달을 열고 회로 복구를 실행한다.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자동 차단 알림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수신 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 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REQ-WEB-069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프로필 사진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탭에서 사진 변경 버튼을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정의 필요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 화면의 테마 탭에서 라이트, 다크, 시스템 테마를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센서 캘리브레이션 이력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REQ-WEB-072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 진입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로그인 후 전체 운영 현황 허브 화면으로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메뉴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모드 종료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일반 사용자 화면으로 나가거나 </a:t>
                      </a:r>
                      <a:r>
                        <a:rPr lang="ko-KR" sz="500" b="0" i="0" u="none" strike="noStrike" dirty="0" err="1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로그아웃한다</a:t>
                      </a: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운영 요약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41513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B9062-348D-D2E8-2E42-75F833835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ED96E02-ECC5-121D-4847-EDCCE59A73A3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27900F-F337-E9CD-9518-0663719F1F9D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5E156E-803D-A1A7-4A3A-EC12BBF43D35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-3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F89C8F93-9C49-8897-E7ED-FD4DF3E36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430549"/>
              </p:ext>
            </p:extLst>
          </p:nvPr>
        </p:nvGraphicFramePr>
        <p:xfrm>
          <a:off x="292608" y="841248"/>
          <a:ext cx="4526280" cy="5359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위험 배터리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최근 관리자 조작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2207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0204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기간 전환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화면에서 24시간, 7일, 30일 기간 탭을 전환한다.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차트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27010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상세 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이동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REQ-WEB-109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47302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4011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2733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72794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권한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35350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행을 클릭해 기본 정보, 등록 배터리, 활동 로그를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76613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정보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7623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비밀번호 재설정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46895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정지/해제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355728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566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REQ-WEB-119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362594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검색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5205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1574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266849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 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 dirty="0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330508"/>
                  </a:ext>
                </a:extLst>
              </a:tr>
            </a:tbl>
          </a:graphicData>
        </a:graphic>
      </p:graphicFrame>
      <p:graphicFrame>
        <p:nvGraphicFramePr>
          <p:cNvPr id="3" name="tbl32L">
            <a:extLst>
              <a:ext uri="{FF2B5EF4-FFF2-40B4-BE49-F238E27FC236}">
                <a16:creationId xmlns:a16="http://schemas.microsoft.com/office/drawing/2014/main" id="{CB4915FA-1BE8-9252-A876-B414EBECA7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0136427"/>
              </p:ext>
            </p:extLst>
          </p:nvPr>
        </p:nvGraphicFramePr>
        <p:xfrm>
          <a:off x="4983480" y="842524"/>
          <a:ext cx="4526280" cy="5286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7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36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 dirty="0" err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메모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상세에서 관리자 메모를 입력하고 저장한다.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BLOCKED 사유 입력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배터리를 BLOCKED로 변경할 때 사유 입력을 요구한다.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상태변경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25106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변경 감사 기록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1319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목록 관리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REQ-WEB-127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48457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REQ-WEB-128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29943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수정 버튼으로 기존 공지를 편집한다.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수정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REQ-WEB-129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7367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게시 알림 선택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REQ-WEB-130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8551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임시 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작성/수정 모달에서 임시 저장을 수행한다.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REQ-WEB-131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75173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보관/삭제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공지 목록의 보관 또는 삭제 동작에서 확인 모달을 표시한다.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삭제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REQ-WEB-132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05881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목록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REQ-WEB-133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53236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화면에서 기간, 행위, 대상 기준 필터를 선택한다.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필터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REQ-WEB-134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38134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 확인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행을 클릭해 변경 전후 값과 사유를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상세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REQ-WEB-135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627472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수정/삭제 차단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r>
                        <a:rPr lang="ko-KR" sz="500" b="0" i="0" u="none" strike="noStrike">
                          <a:solidFill>
                            <a:srgbClr val="333333"/>
                          </a:solidFill>
                          <a:effectLst/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REQ-WEB-136</a:t>
                      </a: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82191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316782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395843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153578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>
                        <a:buNone/>
                      </a:pPr>
                      <a:endParaRPr lang="ko-KR" sz="500" b="0" i="0" u="none" strike="noStrike" dirty="0">
                        <a:solidFill>
                          <a:srgbClr val="333333"/>
                        </a:solidFill>
                        <a:effectLst/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123825" marR="123825" marT="57150" marB="5715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960609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60882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endParaRPr sz="65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 err="1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sz="7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2481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59142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 정보구조도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디바이스</a:t>
            </a:r>
          </a:p>
          <a:p>
            <a:pPr algn="ctr"/>
            <a:r>
              <a:rPr sz="900" b="1">
                <a:solidFill>
                  <a:srgbClr val="FFFFFF"/>
                </a:solidFill>
              </a:rPr>
              <a:t>배터리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 관제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이상 분석</a:t>
            </a: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릴레이</a:t>
            </a: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디바이스 선택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배터리 자산관리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센서 요약 카드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이상점수·상태등급</a:t>
            </a: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이상 이벤트 상세</a:t>
            </a: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XAI·SOH/RUL</a:t>
            </a: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알림 확인(Ack)</a:t>
            </a: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SOP·Kill-Switch</a:t>
            </a: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이력</a:t>
            </a:r>
          </a:p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추세·이벤트 이력</a:t>
            </a: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설정</a:t>
            </a: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계정·테마 설정</a:t>
            </a: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F497E-0588-A31A-F5E0-4A966E526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9911E60-D81D-FDAD-635C-B60432F5D9E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1BDD0-F007-28A2-0094-D46C7129E4CA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B7F2A3-B015-4ACC-C852-DF867F67757F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IA 정보구조도-관리자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1C32B1C4-5BCB-BF0A-9137-21FE67DF2D30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관리자 로그인</a:t>
            </a:r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1D5FB3C0-8357-99B7-E15B-F1369CC6176A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 dirty="0">
                <a:solidFill>
                  <a:srgbClr val="FFFFFF"/>
                </a:solidFill>
              </a:rPr>
              <a:t>관리자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B2841C28-DA64-8781-B015-312D71F4671B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3B1A2674-5C59-45E1-CDF9-DB9407A379CD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41098F59-E709-7C5C-C013-9D0C28474364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90D7F502-41C5-A06F-48EE-19551E5D6DA7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유저 관리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03D0F550-84DD-AE43-DCB2-9CA392648FE8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66BAE11B-031E-E956-1BF4-AF408A78BD5D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배터리 운영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4CB91893-5CB9-C361-9F6D-2177A8F2B0C7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491F56C8-3724-85D9-C584-348F09050659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통계</a:t>
            </a:r>
            <a:r>
              <a:rPr lang="en-US" altLang="ko-KR" sz="900" b="1" dirty="0">
                <a:solidFill>
                  <a:srgbClr val="FFFFFF"/>
                </a:solidFill>
              </a:rPr>
              <a:t>/</a:t>
            </a:r>
            <a:r>
              <a:rPr lang="ko-KR" altLang="en-US" sz="900" b="1" dirty="0">
                <a:solidFill>
                  <a:srgbClr val="FFFFFF"/>
                </a:solidFill>
              </a:rPr>
              <a:t>헬스</a:t>
            </a: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CB1A12F5-D772-4187-16E8-16B841B35290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83F4712B-C0DA-270C-8C2B-B1AB80723D1A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공지 관리</a:t>
            </a: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673210DD-6A48-3BD5-5CED-3F08FB1036C9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453730FD-D992-27D5-B2DF-B6561EC6D45C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목록·검색·상세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FB079B91-1207-5E0A-D9B7-3CECDE5D89C8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B73AE532-13D3-822A-2867-22E6CFFB61BE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정지·해제/비밀번호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5934DE60-50C9-993E-2FBA-F0DD79EE5486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1E328C3E-05C0-9313-27FE-583407157790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전체 배터리 목록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04BD29D4-6848-26C5-95E8-34C615CFBCDD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DA6EAACD-D4F2-03E9-6AE4-A3F7354B24B4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상태·메모 변경</a:t>
            </a: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4AB7B5A3-A3C3-13FB-03C6-A011414581E5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B438F7BF-B77A-B4AA-D844-53C4ED1FC72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상태·모드 분포</a:t>
            </a: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0647B441-EFFE-6DC7-FC1A-DD108BDEA9DB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BCEF8ADD-30B8-F4B1-5C8C-3A0AC1D5DFF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디바이스·시스템 헬스</a:t>
            </a: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C710C81F-BD9B-C820-BB4E-940D1B6BD59D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845C7993-69EF-00DB-3108-0B2863618DEA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작성·수정·게시</a:t>
            </a: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6B980F9E-37F0-CA42-93EF-D1A8126E87C9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D3D79B38-5B5C-C172-9F25-535BFE898696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발송 선택</a:t>
            </a: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F6F925E-8765-5654-D15C-58C067938D43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81498E04-F99A-E0BF-719A-51E5DFB00B0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감사 로그</a:t>
            </a: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8E916DC0-220F-511A-B6AB-303AA3B3FA58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행위·대상 필터</a:t>
            </a: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255A9D36-139D-5B43-4CFA-EEACEF7BC3E1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AAAB91DA-568F-D422-4C30-A19ACDF36EFF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로그 상세 조회</a:t>
            </a: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09E07A3-BA8F-C9E6-369A-A0F82BF1A6B6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7AC60A6D-426C-7E76-C3C4-506E6BF0ACBB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237AA611-4977-18EE-62D0-84FBD9C167C3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수정·삭제 차단</a:t>
            </a: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91A1813F-4A2F-AF1D-112E-59EC85E58496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19993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83742" y="216166"/>
            <a:ext cx="7540673" cy="68600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000555" y="1518978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4" name="Text 1"/>
          <p:cNvSpPr/>
          <p:nvPr/>
        </p:nvSpPr>
        <p:spPr>
          <a:xfrm>
            <a:off x="8031822" y="1524189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92" dirty="0"/>
          </a:p>
        </p:txBody>
      </p:sp>
      <p:sp>
        <p:nvSpPr>
          <p:cNvPr id="5" name="Shape 2"/>
          <p:cNvSpPr/>
          <p:nvPr/>
        </p:nvSpPr>
        <p:spPr>
          <a:xfrm>
            <a:off x="9345056" y="1518978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6" name="Text 3"/>
          <p:cNvSpPr/>
          <p:nvPr/>
        </p:nvSpPr>
        <p:spPr>
          <a:xfrm>
            <a:off x="9376324" y="1524189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9427805" y="1836864"/>
            <a:ext cx="2735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8" name="Text 5"/>
          <p:cNvSpPr/>
          <p:nvPr/>
        </p:nvSpPr>
        <p:spPr>
          <a:xfrm>
            <a:off x="9459072" y="1842075"/>
            <a:ext cx="2526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534049" y="4697838"/>
            <a:ext cx="47121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0" name="Text 7"/>
          <p:cNvSpPr/>
          <p:nvPr/>
        </p:nvSpPr>
        <p:spPr>
          <a:xfrm>
            <a:off x="3565316" y="4703049"/>
            <a:ext cx="45036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6136373" y="6074625"/>
            <a:ext cx="1547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2" name="Text 9"/>
          <p:cNvSpPr/>
          <p:nvPr/>
        </p:nvSpPr>
        <p:spPr>
          <a:xfrm>
            <a:off x="6167641" y="6079836"/>
            <a:ext cx="1338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7037675" y="5651496"/>
            <a:ext cx="13435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14" name="Text 11"/>
          <p:cNvSpPr/>
          <p:nvPr/>
        </p:nvSpPr>
        <p:spPr>
          <a:xfrm>
            <a:off x="7068943" y="5656707"/>
            <a:ext cx="11350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92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92" dirty="0"/>
          </a:p>
        </p:txBody>
      </p:sp>
      <p:sp>
        <p:nvSpPr>
          <p:cNvPr id="16" name="Text 13"/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5791617" y="110207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18" name="Text 15"/>
          <p:cNvSpPr/>
          <p:nvPr/>
        </p:nvSpPr>
        <p:spPr>
          <a:xfrm>
            <a:off x="6028770" y="1204633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3373599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0" name="Text 17"/>
          <p:cNvSpPr/>
          <p:nvPr/>
        </p:nvSpPr>
        <p:spPr>
          <a:xfrm>
            <a:off x="3610751" y="1840406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582608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2" name="Text 19"/>
          <p:cNvSpPr/>
          <p:nvPr/>
        </p:nvSpPr>
        <p:spPr>
          <a:xfrm>
            <a:off x="4684186" y="1840406"/>
            <a:ext cx="6410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7000626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4" name="Text 21"/>
          <p:cNvSpPr/>
          <p:nvPr/>
        </p:nvSpPr>
        <p:spPr>
          <a:xfrm>
            <a:off x="7278044" y="1840406"/>
            <a:ext cx="2893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8209635" y="173785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6" name="Text 23"/>
          <p:cNvSpPr/>
          <p:nvPr/>
        </p:nvSpPr>
        <p:spPr>
          <a:xfrm>
            <a:off x="8334380" y="1840406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3978103" y="237362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28" name="Text 25"/>
          <p:cNvSpPr/>
          <p:nvPr/>
        </p:nvSpPr>
        <p:spPr>
          <a:xfrm>
            <a:off x="4152721" y="2476178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8209635" y="237362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0" name="Text 27"/>
          <p:cNvSpPr/>
          <p:nvPr/>
        </p:nvSpPr>
        <p:spPr>
          <a:xfrm>
            <a:off x="8317647" y="2476178"/>
            <a:ext cx="62819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3978103" y="300939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2" name="Text 29"/>
          <p:cNvSpPr/>
          <p:nvPr/>
        </p:nvSpPr>
        <p:spPr>
          <a:xfrm>
            <a:off x="4184314" y="3111950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978103" y="364516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4" name="Text 31"/>
          <p:cNvSpPr/>
          <p:nvPr/>
        </p:nvSpPr>
        <p:spPr>
          <a:xfrm>
            <a:off x="4090796" y="3747722"/>
            <a:ext cx="61883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5791617" y="428093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6" name="Text 33"/>
          <p:cNvSpPr/>
          <p:nvPr/>
        </p:nvSpPr>
        <p:spPr>
          <a:xfrm>
            <a:off x="5966845" y="4383494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3978103" y="49167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38" name="Text 35"/>
          <p:cNvSpPr/>
          <p:nvPr/>
        </p:nvSpPr>
        <p:spPr>
          <a:xfrm>
            <a:off x="4175032" y="5019266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5791617" y="49167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0" name="Text 37"/>
          <p:cNvSpPr/>
          <p:nvPr/>
        </p:nvSpPr>
        <p:spPr>
          <a:xfrm>
            <a:off x="5926621" y="5019266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92" dirty="0"/>
          </a:p>
        </p:txBody>
      </p:sp>
      <p:sp>
        <p:nvSpPr>
          <p:cNvPr id="41" name="Shape 38"/>
          <p:cNvSpPr/>
          <p:nvPr/>
        </p:nvSpPr>
        <p:spPr>
          <a:xfrm>
            <a:off x="7605131" y="555248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2" name="Text 39"/>
          <p:cNvSpPr/>
          <p:nvPr/>
        </p:nvSpPr>
        <p:spPr>
          <a:xfrm>
            <a:off x="7748766" y="5655038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92" dirty="0"/>
          </a:p>
        </p:txBody>
      </p:sp>
      <p:sp>
        <p:nvSpPr>
          <p:cNvPr id="43" name="Shape 40"/>
          <p:cNvSpPr/>
          <p:nvPr/>
        </p:nvSpPr>
        <p:spPr>
          <a:xfrm>
            <a:off x="5822884" y="5469102"/>
            <a:ext cx="781687" cy="45859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92"/>
          </a:p>
        </p:txBody>
      </p:sp>
      <p:sp>
        <p:nvSpPr>
          <p:cNvPr id="44" name="Text 41"/>
          <p:cNvSpPr/>
          <p:nvPr/>
        </p:nvSpPr>
        <p:spPr>
          <a:xfrm>
            <a:off x="6069971" y="5658376"/>
            <a:ext cx="287474" cy="100886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92" dirty="0"/>
          </a:p>
        </p:txBody>
      </p:sp>
      <p:sp>
        <p:nvSpPr>
          <p:cNvPr id="45" name="Shape 42"/>
          <p:cNvSpPr/>
          <p:nvPr/>
        </p:nvSpPr>
        <p:spPr>
          <a:xfrm>
            <a:off x="5562322" y="6315400"/>
            <a:ext cx="1302812" cy="291830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92"/>
          </a:p>
        </p:txBody>
      </p:sp>
      <p:sp>
        <p:nvSpPr>
          <p:cNvPr id="46" name="Text 43"/>
          <p:cNvSpPr/>
          <p:nvPr/>
        </p:nvSpPr>
        <p:spPr>
          <a:xfrm>
            <a:off x="5682901" y="6417956"/>
            <a:ext cx="1061653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92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C334CEC-EEE8-3BFF-185D-0E4FAE7D449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F9238E-89A7-FF3E-71A6-7CCF24689D99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966845" y="695538"/>
            <a:ext cx="533949" cy="396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86307" y="1341885"/>
            <a:ext cx="3106945" cy="16676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903" b="1" kern="0" spc="72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903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86307" y="1664982"/>
            <a:ext cx="1250699" cy="41690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93345" y="1816109"/>
            <a:ext cx="278313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615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866301" y="1790052"/>
            <a:ext cx="2503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821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86307" y="2238219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756061" y="2389346"/>
            <a:ext cx="552881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615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866301" y="2363289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821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86307" y="2811456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860449" y="2962583"/>
            <a:ext cx="34406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615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866301" y="2936526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821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86307" y="3384693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91879" y="3535820"/>
            <a:ext cx="28124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615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866301" y="3509763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821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86307" y="3957930"/>
            <a:ext cx="1250699" cy="54197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851655" y="4171592"/>
            <a:ext cx="361693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615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866301" y="4145535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821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86307" y="4656238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847176" y="4807364"/>
            <a:ext cx="370609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615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866301" y="4781308"/>
            <a:ext cx="489979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821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86307" y="5229475"/>
            <a:ext cx="1250699" cy="4169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931859" y="5380601"/>
            <a:ext cx="201244" cy="135492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615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615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866301" y="5354545"/>
            <a:ext cx="580484" cy="187605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r>
              <a:rPr lang="en-US" sz="821" b="1" kern="0" spc="-9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821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93916" y="1180877"/>
            <a:ext cx="4486883" cy="355407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02698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1377926" y="1533572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533" dirty="0"/>
          </a:p>
        </p:txBody>
      </p:sp>
      <p:sp>
        <p:nvSpPr>
          <p:cNvPr id="7" name="Shape 4"/>
          <p:cNvSpPr/>
          <p:nvPr/>
        </p:nvSpPr>
        <p:spPr>
          <a:xfrm>
            <a:off x="295941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439576" y="2169344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29594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430945" y="2805117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295941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461886" y="344088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2109454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2235176" y="2169344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2109454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2275400" y="2805117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1504950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1701878" y="344088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1504950" y="397410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1616055" y="4076661"/>
            <a:ext cx="62197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2713959" y="333833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2879905" y="344088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713959" y="397410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2843630" y="4076661"/>
            <a:ext cx="58484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533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2195" y="1180877"/>
            <a:ext cx="5816768" cy="3045444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5368397" y="2569675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5399665" y="2574885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51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698283" y="3329987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729550" y="3335198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51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907292" y="3329987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938559" y="3335198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51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486556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754691" y="1533572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533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486556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662518" y="2169344"/>
            <a:ext cx="49230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533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882052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4078980" y="2805117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533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509106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5328214" y="2805117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533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7025451" y="143101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7191397" y="153357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533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7025451" y="206678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7191397" y="2169344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533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7025451" y="270256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7151173" y="2805117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533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6420946" y="34654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6473059" y="3524717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533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629955" y="34654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867108" y="3568035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533" dirty="0"/>
          </a:p>
        </p:txBody>
      </p:sp>
      <p:sp>
        <p:nvSpPr>
          <p:cNvPr id="74" name="Text 13">
            <a:extLst>
              <a:ext uri="{FF2B5EF4-FFF2-40B4-BE49-F238E27FC236}">
                <a16:creationId xmlns:a16="http://schemas.microsoft.com/office/drawing/2014/main" id="{E149E64A-D330-3631-E311-4D12677F8BFA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6E12BA9B-79B5-CB51-CBF6-6034A4336C26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98E0868-798E-4F04-6487-4AD129DE171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7372" y="1346662"/>
            <a:ext cx="9927424" cy="29182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183255" y="2013702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14523" y="2018913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946989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1121607" y="1699357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1551494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1717440" y="2335129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1551494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1695129" y="2970902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1551494" y="350411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1788647" y="3606674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342485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52206" y="2335129"/>
            <a:ext cx="6247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3244090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521508" y="1699357"/>
            <a:ext cx="2893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3244090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3379094" y="2335129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3244090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3512225" y="2970902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6387530" y="159680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6655665" y="1699357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5783026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5979954" y="233512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6992035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7188963" y="233512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6992035" y="286834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7198245" y="2970902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8201044" y="223257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8253157" y="2291811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533" dirty="0"/>
          </a:p>
        </p:txBody>
      </p:sp>
      <p:sp>
        <p:nvSpPr>
          <p:cNvPr id="35" name="Text 13">
            <a:extLst>
              <a:ext uri="{FF2B5EF4-FFF2-40B4-BE49-F238E27FC236}">
                <a16:creationId xmlns:a16="http://schemas.microsoft.com/office/drawing/2014/main" id="{98FCE62D-9234-DF55-8876-9A18FCF590CF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E7A0925-E830-55D6-1B8D-9F09949678C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4286883-E723-24E0-8353-3FE8F9CD8F01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user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14431" y="1080654"/>
            <a:ext cx="6783984" cy="53659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495342" y="3655010"/>
            <a:ext cx="1547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" name="Text 1"/>
          <p:cNvSpPr/>
          <p:nvPr/>
        </p:nvSpPr>
        <p:spPr>
          <a:xfrm>
            <a:off x="3526610" y="3660221"/>
            <a:ext cx="1338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1" dirty="0"/>
          </a:p>
        </p:txBody>
      </p:sp>
      <p:sp>
        <p:nvSpPr>
          <p:cNvPr id="5" name="Shape 2"/>
          <p:cNvSpPr/>
          <p:nvPr/>
        </p:nvSpPr>
        <p:spPr>
          <a:xfrm>
            <a:off x="4215268" y="3337124"/>
            <a:ext cx="13435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46536" y="3342335"/>
            <a:ext cx="11350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5548573" y="3019238"/>
            <a:ext cx="273509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5579841" y="3024449"/>
            <a:ext cx="252664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1" dirty="0"/>
          </a:p>
        </p:txBody>
      </p:sp>
      <p:sp>
        <p:nvSpPr>
          <p:cNvPr id="9" name="Shape 6"/>
          <p:cNvSpPr/>
          <p:nvPr/>
        </p:nvSpPr>
        <p:spPr>
          <a:xfrm>
            <a:off x="3150586" y="1330794"/>
            <a:ext cx="844222" cy="291830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489927" y="1433349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3150586" y="196656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3387739" y="2069121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150586" y="260233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294221" y="2704894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3181853" y="3154730"/>
            <a:ext cx="781687" cy="45859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3317346" y="3292828"/>
            <a:ext cx="510702" cy="203239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/>
          </a:bodyPr>
          <a:lstStyle/>
          <a:p>
            <a:pPr algn="ctr"/>
            <a:r>
              <a:rPr lang="en-US" sz="492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4601389" y="323811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4869524" y="334066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4601389" y="387388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4727110" y="3976438"/>
            <a:ext cx="592738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4117801" y="450965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4293030" y="4612210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304288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2501216" y="5247982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3513297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3679243" y="524798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4722306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4783414" y="5247982"/>
            <a:ext cx="7219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5931315" y="514542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6026095" y="5247982"/>
            <a:ext cx="654663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2304288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2572423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3513297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3750450" y="5788364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533" dirty="0"/>
          </a:p>
        </p:txBody>
      </p:sp>
      <p:sp>
        <p:nvSpPr>
          <p:cNvPr id="35" name="Shape 32"/>
          <p:cNvSpPr/>
          <p:nvPr/>
        </p:nvSpPr>
        <p:spPr>
          <a:xfrm>
            <a:off x="4722306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6" name="Text 33"/>
          <p:cNvSpPr/>
          <p:nvPr/>
        </p:nvSpPr>
        <p:spPr>
          <a:xfrm>
            <a:off x="4918257" y="5788364"/>
            <a:ext cx="45232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533" dirty="0"/>
          </a:p>
        </p:txBody>
      </p:sp>
      <p:sp>
        <p:nvSpPr>
          <p:cNvPr id="37" name="Shape 34"/>
          <p:cNvSpPr/>
          <p:nvPr/>
        </p:nvSpPr>
        <p:spPr>
          <a:xfrm>
            <a:off x="5931315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8" name="Text 35"/>
          <p:cNvSpPr/>
          <p:nvPr/>
        </p:nvSpPr>
        <p:spPr>
          <a:xfrm>
            <a:off x="6199450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533" dirty="0"/>
          </a:p>
        </p:txBody>
      </p:sp>
      <p:sp>
        <p:nvSpPr>
          <p:cNvPr id="39" name="Shape 36"/>
          <p:cNvSpPr/>
          <p:nvPr/>
        </p:nvSpPr>
        <p:spPr>
          <a:xfrm>
            <a:off x="7019407" y="568580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0" name="Text 37"/>
          <p:cNvSpPr/>
          <p:nvPr/>
        </p:nvSpPr>
        <p:spPr>
          <a:xfrm>
            <a:off x="7287542" y="578836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533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92DF4B4F-B1ED-00AA-EDE5-C2F28945ABDF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06C0EFB1-7476-3EDB-25AC-93E3AFCEE2C6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5365795-8DDE-CF14-A13C-9C14B39E16D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54872" y="914400"/>
            <a:ext cx="7630282" cy="546138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91838" y="4760300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5023106" y="4765511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4049233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4286386" y="1267095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533" dirty="0"/>
          </a:p>
        </p:txBody>
      </p:sp>
      <p:sp>
        <p:nvSpPr>
          <p:cNvPr id="9" name="Shape 6"/>
          <p:cNvSpPr/>
          <p:nvPr/>
        </p:nvSpPr>
        <p:spPr>
          <a:xfrm>
            <a:off x="3444729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588364" y="1902867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4049233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4286386" y="2538640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444729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641657" y="3169567"/>
            <a:ext cx="450365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4653738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819684" y="3174412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3444729" y="370762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549035" y="3810184"/>
            <a:ext cx="63560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4653738" y="434340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4921873" y="444595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4653738" y="497917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4757149" y="5081728"/>
            <a:ext cx="63736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4653738" y="561494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4850666" y="5717500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7797137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7878115" y="1267095"/>
            <a:ext cx="6822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6588128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6825281" y="1902867"/>
            <a:ext cx="36987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7797137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7932141" y="1902867"/>
            <a:ext cx="57421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900614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9172092" y="1902867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533" dirty="0"/>
          </a:p>
        </p:txBody>
      </p:sp>
      <p:sp>
        <p:nvSpPr>
          <p:cNvPr id="33" name="Shape 30"/>
          <p:cNvSpPr/>
          <p:nvPr/>
        </p:nvSpPr>
        <p:spPr>
          <a:xfrm>
            <a:off x="6588128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4" name="Text 31"/>
          <p:cNvSpPr/>
          <p:nvPr/>
        </p:nvSpPr>
        <p:spPr>
          <a:xfrm>
            <a:off x="6650488" y="2538640"/>
            <a:ext cx="71950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533" dirty="0"/>
          </a:p>
        </p:txBody>
      </p:sp>
      <p:sp>
        <p:nvSpPr>
          <p:cNvPr id="35" name="Shape 32"/>
          <p:cNvSpPr/>
          <p:nvPr/>
        </p:nvSpPr>
        <p:spPr>
          <a:xfrm>
            <a:off x="6588128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6" name="Text 33"/>
          <p:cNvSpPr/>
          <p:nvPr/>
        </p:nvSpPr>
        <p:spPr>
          <a:xfrm>
            <a:off x="6727285" y="3174412"/>
            <a:ext cx="56590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533" dirty="0"/>
          </a:p>
        </p:txBody>
      </p:sp>
      <p:sp>
        <p:nvSpPr>
          <p:cNvPr id="37" name="Shape 34"/>
          <p:cNvSpPr/>
          <p:nvPr/>
        </p:nvSpPr>
        <p:spPr>
          <a:xfrm>
            <a:off x="7797137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8" name="Text 35"/>
          <p:cNvSpPr/>
          <p:nvPr/>
        </p:nvSpPr>
        <p:spPr>
          <a:xfrm>
            <a:off x="8003348" y="2538640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533" dirty="0"/>
          </a:p>
        </p:txBody>
      </p:sp>
      <p:sp>
        <p:nvSpPr>
          <p:cNvPr id="39" name="Shape 36"/>
          <p:cNvSpPr/>
          <p:nvPr/>
        </p:nvSpPr>
        <p:spPr>
          <a:xfrm>
            <a:off x="9006146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0" name="Text 37"/>
          <p:cNvSpPr/>
          <p:nvPr/>
        </p:nvSpPr>
        <p:spPr>
          <a:xfrm>
            <a:off x="9130891" y="2538640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533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3410" y="914400"/>
            <a:ext cx="3640544" cy="5461386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94547" y="4760300"/>
            <a:ext cx="168022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825815" y="4765511"/>
            <a:ext cx="147177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51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942792" y="4442414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974060" y="4447625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51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1060951" y="116454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329086" y="1267095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533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9373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37371" y="1902867"/>
            <a:ext cx="55691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533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2028126" y="180031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198062" y="1902867"/>
            <a:ext cx="50435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533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1060951" y="243608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329086" y="2533795"/>
            <a:ext cx="307952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533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56447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631064" y="3174412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533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665456" y="3071856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840684" y="3174412"/>
            <a:ext cx="49372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533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56447" y="3707628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724582" y="3810184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533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56447" y="4343400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724582" y="444595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533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56447" y="4979172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53375" y="5081728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533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665456" y="5614944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862384" y="5717500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533" dirty="0"/>
          </a:p>
        </p:txBody>
      </p:sp>
      <p:sp>
        <p:nvSpPr>
          <p:cNvPr id="66" name="Text 13">
            <a:extLst>
              <a:ext uri="{FF2B5EF4-FFF2-40B4-BE49-F238E27FC236}">
                <a16:creationId xmlns:a16="http://schemas.microsoft.com/office/drawing/2014/main" id="{9FFE3BF1-39F6-475A-CB00-E37DDA415C25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440BF0AB-29C1-9980-9450-7E0CBC678E55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8E10229-197C-B39C-3707-01751E32FA07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2363" y="1334079"/>
            <a:ext cx="6421273" cy="418984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209440" y="3272663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6" name="Text 3"/>
          <p:cNvSpPr/>
          <p:nvPr/>
        </p:nvSpPr>
        <p:spPr>
          <a:xfrm>
            <a:off x="4240708" y="3277874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7" name="Shape 4"/>
          <p:cNvSpPr/>
          <p:nvPr/>
        </p:nvSpPr>
        <p:spPr>
          <a:xfrm>
            <a:off x="5483061" y="2001119"/>
            <a:ext cx="289550" cy="93802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85"/>
          </a:p>
        </p:txBody>
      </p:sp>
      <p:sp>
        <p:nvSpPr>
          <p:cNvPr id="8" name="Text 5"/>
          <p:cNvSpPr/>
          <p:nvPr/>
        </p:nvSpPr>
        <p:spPr>
          <a:xfrm>
            <a:off x="5514328" y="2006330"/>
            <a:ext cx="268705" cy="104225"/>
          </a:xfrm>
          <a:prstGeom prst="rect">
            <a:avLst/>
          </a:prstGeom>
          <a:noFill/>
          <a:ln/>
        </p:spPr>
        <p:txBody>
          <a:bodyPr wrap="none" lIns="13897" tIns="13897" rIns="13897" bIns="13897" rtlCol="0" anchor="t">
            <a:normAutofit/>
          </a:bodyPr>
          <a:lstStyle/>
          <a:p>
            <a:r>
              <a:rPr lang="en-US" sz="451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51" dirty="0"/>
          </a:p>
        </p:txBody>
      </p:sp>
      <p:sp>
        <p:nvSpPr>
          <p:cNvPr id="9" name="Shape 6"/>
          <p:cNvSpPr/>
          <p:nvPr/>
        </p:nvSpPr>
        <p:spPr>
          <a:xfrm>
            <a:off x="2957601" y="158421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0" name="Text 7"/>
          <p:cNvSpPr/>
          <p:nvPr/>
        </p:nvSpPr>
        <p:spPr>
          <a:xfrm>
            <a:off x="3163812" y="1686774"/>
            <a:ext cx="431801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533" dirty="0"/>
          </a:p>
        </p:txBody>
      </p:sp>
      <p:sp>
        <p:nvSpPr>
          <p:cNvPr id="11" name="Shape 8"/>
          <p:cNvSpPr/>
          <p:nvPr/>
        </p:nvSpPr>
        <p:spPr>
          <a:xfrm>
            <a:off x="1990385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2" name="Text 9"/>
          <p:cNvSpPr/>
          <p:nvPr/>
        </p:nvSpPr>
        <p:spPr>
          <a:xfrm>
            <a:off x="2218255" y="2322546"/>
            <a:ext cx="38844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533" dirty="0"/>
          </a:p>
        </p:txBody>
      </p:sp>
      <p:sp>
        <p:nvSpPr>
          <p:cNvPr id="13" name="Shape 10"/>
          <p:cNvSpPr/>
          <p:nvPr/>
        </p:nvSpPr>
        <p:spPr>
          <a:xfrm>
            <a:off x="3199394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4" name="Text 11"/>
          <p:cNvSpPr/>
          <p:nvPr/>
        </p:nvSpPr>
        <p:spPr>
          <a:xfrm>
            <a:off x="3467529" y="2322546"/>
            <a:ext cx="307952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533" dirty="0"/>
          </a:p>
        </p:txBody>
      </p:sp>
      <p:sp>
        <p:nvSpPr>
          <p:cNvPr id="15" name="Shape 12"/>
          <p:cNvSpPr/>
          <p:nvPr/>
        </p:nvSpPr>
        <p:spPr>
          <a:xfrm>
            <a:off x="4408403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6" name="Text 13"/>
          <p:cNvSpPr/>
          <p:nvPr/>
        </p:nvSpPr>
        <p:spPr>
          <a:xfrm>
            <a:off x="4583021" y="2317702"/>
            <a:ext cx="494987" cy="11725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/>
          </a:bodyPr>
          <a:lstStyle/>
          <a:p>
            <a:pPr algn="ctr"/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533" dirty="0"/>
          </a:p>
        </p:txBody>
      </p:sp>
      <p:sp>
        <p:nvSpPr>
          <p:cNvPr id="17" name="Shape 14"/>
          <p:cNvSpPr/>
          <p:nvPr/>
        </p:nvSpPr>
        <p:spPr>
          <a:xfrm>
            <a:off x="2957601" y="285576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18" name="Text 15"/>
          <p:cNvSpPr/>
          <p:nvPr/>
        </p:nvSpPr>
        <p:spPr>
          <a:xfrm>
            <a:off x="3070294" y="2958319"/>
            <a:ext cx="618836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533" dirty="0"/>
          </a:p>
        </p:txBody>
      </p:sp>
      <p:sp>
        <p:nvSpPr>
          <p:cNvPr id="19" name="Shape 16"/>
          <p:cNvSpPr/>
          <p:nvPr/>
        </p:nvSpPr>
        <p:spPr>
          <a:xfrm>
            <a:off x="2957601" y="349153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0" name="Text 17"/>
          <p:cNvSpPr/>
          <p:nvPr/>
        </p:nvSpPr>
        <p:spPr>
          <a:xfrm>
            <a:off x="3132218" y="3594091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533" dirty="0"/>
          </a:p>
        </p:txBody>
      </p:sp>
      <p:sp>
        <p:nvSpPr>
          <p:cNvPr id="21" name="Shape 18"/>
          <p:cNvSpPr/>
          <p:nvPr/>
        </p:nvSpPr>
        <p:spPr>
          <a:xfrm>
            <a:off x="2957601" y="4127307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2" name="Text 19"/>
          <p:cNvSpPr/>
          <p:nvPr/>
        </p:nvSpPr>
        <p:spPr>
          <a:xfrm>
            <a:off x="3082345" y="4229863"/>
            <a:ext cx="594734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533" dirty="0"/>
          </a:p>
        </p:txBody>
      </p:sp>
      <p:sp>
        <p:nvSpPr>
          <p:cNvPr id="23" name="Shape 20"/>
          <p:cNvSpPr/>
          <p:nvPr/>
        </p:nvSpPr>
        <p:spPr>
          <a:xfrm>
            <a:off x="2957601" y="476307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4" name="Text 21"/>
          <p:cNvSpPr/>
          <p:nvPr/>
        </p:nvSpPr>
        <p:spPr>
          <a:xfrm>
            <a:off x="3132218" y="4865635"/>
            <a:ext cx="494987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533" dirty="0"/>
          </a:p>
        </p:txBody>
      </p:sp>
      <p:sp>
        <p:nvSpPr>
          <p:cNvPr id="25" name="Shape 22"/>
          <p:cNvSpPr/>
          <p:nvPr/>
        </p:nvSpPr>
        <p:spPr>
          <a:xfrm>
            <a:off x="6584628" y="1584219"/>
            <a:ext cx="844222" cy="291830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6" name="Text 23"/>
          <p:cNvSpPr/>
          <p:nvPr/>
        </p:nvSpPr>
        <p:spPr>
          <a:xfrm>
            <a:off x="6781556" y="1686774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533" dirty="0"/>
          </a:p>
        </p:txBody>
      </p:sp>
      <p:sp>
        <p:nvSpPr>
          <p:cNvPr id="27" name="Shape 24"/>
          <p:cNvSpPr/>
          <p:nvPr/>
        </p:nvSpPr>
        <p:spPr>
          <a:xfrm>
            <a:off x="6584628" y="2219991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28" name="Text 25"/>
          <p:cNvSpPr/>
          <p:nvPr/>
        </p:nvSpPr>
        <p:spPr>
          <a:xfrm>
            <a:off x="6636740" y="2279228"/>
            <a:ext cx="739997" cy="194200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533" dirty="0"/>
          </a:p>
        </p:txBody>
      </p:sp>
      <p:sp>
        <p:nvSpPr>
          <p:cNvPr id="29" name="Shape 26"/>
          <p:cNvSpPr/>
          <p:nvPr/>
        </p:nvSpPr>
        <p:spPr>
          <a:xfrm>
            <a:off x="6584628" y="2855763"/>
            <a:ext cx="844222" cy="291830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0" name="Text 27"/>
          <p:cNvSpPr/>
          <p:nvPr/>
        </p:nvSpPr>
        <p:spPr>
          <a:xfrm>
            <a:off x="6781556" y="2958319"/>
            <a:ext cx="450365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533" dirty="0"/>
          </a:p>
        </p:txBody>
      </p:sp>
      <p:sp>
        <p:nvSpPr>
          <p:cNvPr id="31" name="Shape 28"/>
          <p:cNvSpPr/>
          <p:nvPr/>
        </p:nvSpPr>
        <p:spPr>
          <a:xfrm>
            <a:off x="6584628" y="3491535"/>
            <a:ext cx="844222" cy="291830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85"/>
          </a:p>
        </p:txBody>
      </p:sp>
      <p:sp>
        <p:nvSpPr>
          <p:cNvPr id="32" name="Text 29"/>
          <p:cNvSpPr/>
          <p:nvPr/>
        </p:nvSpPr>
        <p:spPr>
          <a:xfrm>
            <a:off x="6750574" y="3594091"/>
            <a:ext cx="512290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rmAutofit fontScale="92500" lnSpcReduction="20000"/>
          </a:bodyPr>
          <a:lstStyle/>
          <a:p>
            <a:pPr algn="ctr">
              <a:lnSpc>
                <a:spcPct val="128000"/>
              </a:lnSpc>
            </a:pPr>
            <a:r>
              <a:rPr lang="en-US" sz="533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533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D33B1C2D-091D-67F4-02B6-1B7CB64138A3}"/>
              </a:ext>
            </a:extLst>
          </p:cNvPr>
          <p:cNvSpPr/>
          <p:nvPr/>
        </p:nvSpPr>
        <p:spPr>
          <a:xfrm>
            <a:off x="5309646" y="516245"/>
            <a:ext cx="165539" cy="107523"/>
          </a:xfrm>
          <a:prstGeom prst="rect">
            <a:avLst/>
          </a:prstGeom>
          <a:noFill/>
          <a:ln/>
        </p:spPr>
        <p:txBody>
          <a:bodyPr wrap="square" lIns="13897" tIns="13897" rIns="13897" bIns="13897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2B7E54A-2519-8378-A6A3-EC551555BB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828612-306F-9F8E-8841-57DDAB2A3F5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Flow chart</a:t>
            </a:r>
            <a:r>
              <a:rPr lang="ko-KR" altLang="en-US" b="1" dirty="0"/>
              <a:t> </a:t>
            </a:r>
            <a:r>
              <a:rPr lang="en-US" altLang="ko-KR" b="1" dirty="0"/>
              <a:t>-</a:t>
            </a:r>
            <a:r>
              <a:rPr lang="ko-KR" altLang="en-US" b="1" dirty="0"/>
              <a:t> </a:t>
            </a:r>
            <a:r>
              <a:rPr lang="en-US" altLang="ko-KR" b="1" dirty="0"/>
              <a:t>admin</a:t>
            </a:r>
            <a:endParaRPr lang="ko-KR" altLang="en-US" b="1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1213</TotalTime>
  <Words>7780</Words>
  <Application>Microsoft Macintosh PowerPoint</Application>
  <PresentationFormat>A4 용지(210x297mm)</PresentationFormat>
  <Paragraphs>1865</Paragraphs>
  <Slides>45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6" baseType="lpstr">
      <vt:lpstr>굴림</vt:lpstr>
      <vt:lpstr>맑은 고딕</vt:lpstr>
      <vt:lpstr>Apple SD Gothic Neo</vt:lpstr>
      <vt:lpstr>Noto Sans KR</vt:lpstr>
      <vt:lpstr>Space Grotesk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95</cp:revision>
  <dcterms:created xsi:type="dcterms:W3CDTF">2026-04-28T10:13:30Z</dcterms:created>
  <dcterms:modified xsi:type="dcterms:W3CDTF">2026-07-05T07:17:11Z</dcterms:modified>
</cp:coreProperties>
</file>
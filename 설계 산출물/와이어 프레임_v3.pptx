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1-4.svg" ContentType="image/svg+xml"/>
  <Override PartName="/ppt/media/image-1-6.svg" ContentType="image/svg+xml"/>
  <Override PartName="/ppt/media/image-10-10.svg" ContentType="image/svg+xml"/>
  <Override PartName="/ppt/media/image-10-12.svg" ContentType="image/svg+xml"/>
  <Override PartName="/ppt/media/image-10-14.svg" ContentType="image/svg+xml"/>
  <Override PartName="/ppt/media/image-10-16.svg" ContentType="image/svg+xml"/>
  <Override PartName="/ppt/media/image-10-18.svg" ContentType="image/svg+xml"/>
  <Override PartName="/ppt/media/image-10-2.svg" ContentType="image/svg+xml"/>
  <Override PartName="/ppt/media/image-10-20.svg" ContentType="image/svg+xml"/>
  <Override PartName="/ppt/media/image-10-22.svg" ContentType="image/svg+xml"/>
  <Override PartName="/ppt/media/image-10-24.svg" ContentType="image/svg+xml"/>
  <Override PartName="/ppt/media/image-10-26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1-10.svg" ContentType="image/svg+xml"/>
  <Override PartName="/ppt/media/image-11-12.svg" ContentType="image/svg+xml"/>
  <Override PartName="/ppt/media/image-11-14.svg" ContentType="image/svg+xml"/>
  <Override PartName="/ppt/media/image-11-16.svg" ContentType="image/svg+xml"/>
  <Override PartName="/ppt/media/image-11-18.svg" ContentType="image/svg+xml"/>
  <Override PartName="/ppt/media/image-11-2.svg" ContentType="image/svg+xml"/>
  <Override PartName="/ppt/media/image-11-20.svg" ContentType="image/svg+xml"/>
  <Override PartName="/ppt/media/image-11-22.svg" ContentType="image/svg+xml"/>
  <Override PartName="/ppt/media/image-11-24.svg" ContentType="image/svg+xml"/>
  <Override PartName="/ppt/media/image-11-4.svg" ContentType="image/svg+xml"/>
  <Override PartName="/ppt/media/image-11-6.svg" ContentType="image/svg+xml"/>
  <Override PartName="/ppt/media/image-11-8.svg" ContentType="image/svg+xml"/>
  <Override PartName="/ppt/media/image-12-10.svg" ContentType="image/svg+xml"/>
  <Override PartName="/ppt/media/image-12-12.svg" ContentType="image/svg+xml"/>
  <Override PartName="/ppt/media/image-12-14.svg" ContentType="image/svg+xml"/>
  <Override PartName="/ppt/media/image-12-16.svg" ContentType="image/svg+xml"/>
  <Override PartName="/ppt/media/image-12-18.svg" ContentType="image/svg+xml"/>
  <Override PartName="/ppt/media/image-12-2.svg" ContentType="image/svg+xml"/>
  <Override PartName="/ppt/media/image-12-20.svg" ContentType="image/svg+xml"/>
  <Override PartName="/ppt/media/image-12-22.svg" ContentType="image/svg+xml"/>
  <Override PartName="/ppt/media/image-12-25.svg" ContentType="image/svg+xml"/>
  <Override PartName="/ppt/media/image-12-27.svg" ContentType="image/svg+xml"/>
  <Override PartName="/ppt/media/image-12-29.svg" ContentType="image/svg+xml"/>
  <Override PartName="/ppt/media/image-12-31.svg" ContentType="image/svg+xml"/>
  <Override PartName="/ppt/media/image-12-33.svg" ContentType="image/svg+xml"/>
  <Override PartName="/ppt/media/image-12-35.svg" ContentType="image/svg+xml"/>
  <Override PartName="/ppt/media/image-12-4.svg" ContentType="image/svg+xml"/>
  <Override PartName="/ppt/media/image-12-6.svg" ContentType="image/svg+xml"/>
  <Override PartName="/ppt/media/image-12-8.svg" ContentType="image/svg+xml"/>
  <Override PartName="/ppt/media/image-13-10.svg" ContentType="image/svg+xml"/>
  <Override PartName="/ppt/media/image-13-12.svg" ContentType="image/svg+xml"/>
  <Override PartName="/ppt/media/image-13-14.svg" ContentType="image/svg+xml"/>
  <Override PartName="/ppt/media/image-13-16.svg" ContentType="image/svg+xml"/>
  <Override PartName="/ppt/media/image-13-18.svg" ContentType="image/svg+xml"/>
  <Override PartName="/ppt/media/image-13-2.svg" ContentType="image/svg+xml"/>
  <Override PartName="/ppt/media/image-13-20.svg" ContentType="image/svg+xml"/>
  <Override PartName="/ppt/media/image-13-22.svg" ContentType="image/svg+xml"/>
  <Override PartName="/ppt/media/image-13-25.svg" ContentType="image/svg+xml"/>
  <Override PartName="/ppt/media/image-13-4.svg" ContentType="image/svg+xml"/>
  <Override PartName="/ppt/media/image-13-6.svg" ContentType="image/svg+xml"/>
  <Override PartName="/ppt/media/image-13-8.svg" ContentType="image/svg+xml"/>
  <Override PartName="/ppt/media/image-14-10.svg" ContentType="image/svg+xml"/>
  <Override PartName="/ppt/media/image-14-12.svg" ContentType="image/svg+xml"/>
  <Override PartName="/ppt/media/image-14-14.svg" ContentType="image/svg+xml"/>
  <Override PartName="/ppt/media/image-14-16.svg" ContentType="image/svg+xml"/>
  <Override PartName="/ppt/media/image-14-18.svg" ContentType="image/svg+xml"/>
  <Override PartName="/ppt/media/image-14-2.svg" ContentType="image/svg+xml"/>
  <Override PartName="/ppt/media/image-14-20.svg" ContentType="image/svg+xml"/>
  <Override PartName="/ppt/media/image-14-4.svg" ContentType="image/svg+xml"/>
  <Override PartName="/ppt/media/image-14-6.svg" ContentType="image/svg+xml"/>
  <Override PartName="/ppt/media/image-14-8.svg" ContentType="image/svg+xml"/>
  <Override PartName="/ppt/media/image-15-10.svg" ContentType="image/svg+xml"/>
  <Override PartName="/ppt/media/image-15-12.svg" ContentType="image/svg+xml"/>
  <Override PartName="/ppt/media/image-15-14.svg" ContentType="image/svg+xml"/>
  <Override PartName="/ppt/media/image-15-16.svg" ContentType="image/svg+xml"/>
  <Override PartName="/ppt/media/image-15-18.svg" ContentType="image/svg+xml"/>
  <Override PartName="/ppt/media/image-15-2.svg" ContentType="image/svg+xml"/>
  <Override PartName="/ppt/media/image-15-20.svg" ContentType="image/svg+xml"/>
  <Override PartName="/ppt/media/image-15-22.svg" ContentType="image/svg+xml"/>
  <Override PartName="/ppt/media/image-15-4.svg" ContentType="image/svg+xml"/>
  <Override PartName="/ppt/media/image-15-6.svg" ContentType="image/svg+xml"/>
  <Override PartName="/ppt/media/image-15-8.svg" ContentType="image/svg+xml"/>
  <Override PartName="/ppt/media/image-2-10.svg" ContentType="image/svg+xml"/>
  <Override PartName="/ppt/media/image-2-12.svg" ContentType="image/svg+xml"/>
  <Override PartName="/ppt/media/image-2-14.svg" ContentType="image/svg+xml"/>
  <Override PartName="/ppt/media/image-2-16.svg" ContentType="image/svg+xml"/>
  <Override PartName="/ppt/media/image-2-18.svg" ContentType="image/svg+xml"/>
  <Override PartName="/ppt/media/image-2-2.svg" ContentType="image/svg+xml"/>
  <Override PartName="/ppt/media/image-2-20.svg" ContentType="image/svg+xml"/>
  <Override PartName="/ppt/media/image-2-22.svg" ContentType="image/svg+xml"/>
  <Override PartName="/ppt/media/image-2-24.svg" ContentType="image/svg+xml"/>
  <Override PartName="/ppt/media/image-2-26.svg" ContentType="image/svg+xml"/>
  <Override PartName="/ppt/media/image-2-28.svg" ContentType="image/svg+xml"/>
  <Override PartName="/ppt/media/image-2-30.svg" ContentType="image/svg+xml"/>
  <Override PartName="/ppt/media/image-2-32.svg" ContentType="image/svg+xml"/>
  <Override PartName="/ppt/media/image-2-34.svg" ContentType="image/svg+xml"/>
  <Override PartName="/ppt/media/image-2-36.svg" ContentType="image/svg+xml"/>
  <Override PartName="/ppt/media/image-2-38.svg" ContentType="image/svg+xml"/>
  <Override PartName="/ppt/media/image-2-4.svg" ContentType="image/svg+xml"/>
  <Override PartName="/ppt/media/image-2-40.svg" ContentType="image/svg+xml"/>
  <Override PartName="/ppt/media/image-2-42.svg" ContentType="image/svg+xml"/>
  <Override PartName="/ppt/media/image-2-6.svg" ContentType="image/svg+xml"/>
  <Override PartName="/ppt/media/image-2-8.svg" ContentType="image/svg+xml"/>
  <Override PartName="/ppt/media/image-3-10.svg" ContentType="image/svg+xml"/>
  <Override PartName="/ppt/media/image-3-12.svg" ContentType="image/svg+xml"/>
  <Override PartName="/ppt/media/image-3-14.svg" ContentType="image/svg+xml"/>
  <Override PartName="/ppt/media/image-3-16.svg" ContentType="image/svg+xml"/>
  <Override PartName="/ppt/media/image-3-18.svg" ContentType="image/svg+xml"/>
  <Override PartName="/ppt/media/image-3-2.svg" ContentType="image/svg+xml"/>
  <Override PartName="/ppt/media/image-3-20.svg" ContentType="image/svg+xml"/>
  <Override PartName="/ppt/media/image-3-22.svg" ContentType="image/svg+xml"/>
  <Override PartName="/ppt/media/image-3-24.svg" ContentType="image/svg+xml"/>
  <Override PartName="/ppt/media/image-3-26.svg" ContentType="image/svg+xml"/>
  <Override PartName="/ppt/media/image-3-28.svg" ContentType="image/svg+xml"/>
  <Override PartName="/ppt/media/image-3-30.svg" ContentType="image/svg+xml"/>
  <Override PartName="/ppt/media/image-3-32.svg" ContentType="image/svg+xml"/>
  <Override PartName="/ppt/media/image-3-34.svg" ContentType="image/svg+xml"/>
  <Override PartName="/ppt/media/image-3-36.svg" ContentType="image/svg+xml"/>
  <Override PartName="/ppt/media/image-3-38.svg" ContentType="image/svg+xml"/>
  <Override PartName="/ppt/media/image-3-4.svg" ContentType="image/svg+xml"/>
  <Override PartName="/ppt/media/image-3-40.svg" ContentType="image/svg+xml"/>
  <Override PartName="/ppt/media/image-3-42.svg" ContentType="image/svg+xml"/>
  <Override PartName="/ppt/media/image-3-44.svg" ContentType="image/svg+xml"/>
  <Override PartName="/ppt/media/image-3-6.svg" ContentType="image/svg+xml"/>
  <Override PartName="/ppt/media/image-3-8.svg" ContentType="image/svg+xml"/>
  <Override PartName="/ppt/media/image-4-10.svg" ContentType="image/svg+xml"/>
  <Override PartName="/ppt/media/image-4-12.svg" ContentType="image/svg+xml"/>
  <Override PartName="/ppt/media/image-4-14.svg" ContentType="image/svg+xml"/>
  <Override PartName="/ppt/media/image-4-16.svg" ContentType="image/svg+xml"/>
  <Override PartName="/ppt/media/image-4-18.svg" ContentType="image/svg+xml"/>
  <Override PartName="/ppt/media/image-4-2.svg" ContentType="image/svg+xml"/>
  <Override PartName="/ppt/media/image-4-20.svg" ContentType="image/svg+xml"/>
  <Override PartName="/ppt/media/image-4-22.svg" ContentType="image/svg+xml"/>
  <Override PartName="/ppt/media/image-4-24.svg" ContentType="image/svg+xml"/>
  <Override PartName="/ppt/media/image-4-26.svg" ContentType="image/svg+xml"/>
  <Override PartName="/ppt/media/image-4-28.svg" ContentType="image/svg+xml"/>
  <Override PartName="/ppt/media/image-4-30.svg" ContentType="image/svg+xml"/>
  <Override PartName="/ppt/media/image-4-32.svg" ContentType="image/svg+xml"/>
  <Override PartName="/ppt/media/image-4-34.svg" ContentType="image/svg+xml"/>
  <Override PartName="/ppt/media/image-4-36.svg" ContentType="image/svg+xml"/>
  <Override PartName="/ppt/media/image-4-38.svg" ContentType="image/svg+xml"/>
  <Override PartName="/ppt/media/image-4-4.svg" ContentType="image/svg+xml"/>
  <Override PartName="/ppt/media/image-4-40.svg" ContentType="image/svg+xml"/>
  <Override PartName="/ppt/media/image-4-6.svg" ContentType="image/svg+xml"/>
  <Override PartName="/ppt/media/image-4-8.svg" ContentType="image/svg+xml"/>
  <Override PartName="/ppt/media/image-5-10.svg" ContentType="image/svg+xml"/>
  <Override PartName="/ppt/media/image-5-12.svg" ContentType="image/svg+xml"/>
  <Override PartName="/ppt/media/image-5-14.svg" ContentType="image/svg+xml"/>
  <Override PartName="/ppt/media/image-5-16.svg" ContentType="image/svg+xml"/>
  <Override PartName="/ppt/media/image-5-18.svg" ContentType="image/svg+xml"/>
  <Override PartName="/ppt/media/image-5-2.svg" ContentType="image/svg+xml"/>
  <Override PartName="/ppt/media/image-5-20.svg" ContentType="image/svg+xml"/>
  <Override PartName="/ppt/media/image-5-22.svg" ContentType="image/svg+xml"/>
  <Override PartName="/ppt/media/image-5-24.svg" ContentType="image/svg+xml"/>
  <Override PartName="/ppt/media/image-5-26.svg" ContentType="image/svg+xml"/>
  <Override PartName="/ppt/media/image-5-28.svg" ContentType="image/svg+xml"/>
  <Override PartName="/ppt/media/image-5-30.svg" ContentType="image/svg+xml"/>
  <Override PartName="/ppt/media/image-5-3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16.svg" ContentType="image/svg+xml"/>
  <Override PartName="/ppt/media/image-6-18.svg" ContentType="image/svg+xml"/>
  <Override PartName="/ppt/media/image-6-2.svg" ContentType="image/svg+xml"/>
  <Override PartName="/ppt/media/image-6-20.svg" ContentType="image/svg+xml"/>
  <Override PartName="/ppt/media/image-6-22.svg" ContentType="image/svg+xml"/>
  <Override PartName="/ppt/media/image-6-24.svg" ContentType="image/svg+xml"/>
  <Override PartName="/ppt/media/image-6-26.svg" ContentType="image/svg+xml"/>
  <Override PartName="/ppt/media/image-6-28.svg" ContentType="image/svg+xml"/>
  <Override PartName="/ppt/media/image-6-30.svg" ContentType="image/svg+xml"/>
  <Override PartName="/ppt/media/image-6-32.svg" ContentType="image/svg+xml"/>
  <Override PartName="/ppt/media/image-6-34.svg" ContentType="image/svg+xml"/>
  <Override PartName="/ppt/media/image-6-36.svg" ContentType="image/svg+xml"/>
  <Override PartName="/ppt/media/image-6-38.svg" ContentType="image/svg+xml"/>
  <Override PartName="/ppt/media/image-6-4.svg" ContentType="image/svg+xml"/>
  <Override PartName="/ppt/media/image-6-40.svg" ContentType="image/svg+xml"/>
  <Override PartName="/ppt/media/image-6-42.svg" ContentType="image/svg+xml"/>
  <Override PartName="/ppt/media/image-6-6.svg" ContentType="image/svg+xml"/>
  <Override PartName="/ppt/media/image-6-8.svg" ContentType="image/svg+xml"/>
  <Override PartName="/ppt/media/image-7-10.svg" ContentType="image/svg+xml"/>
  <Override PartName="/ppt/media/image-7-12.svg" ContentType="image/svg+xml"/>
  <Override PartName="/ppt/media/image-7-14.svg" ContentType="image/svg+xml"/>
  <Override PartName="/ppt/media/image-7-16.svg" ContentType="image/svg+xml"/>
  <Override PartName="/ppt/media/image-7-18.svg" ContentType="image/svg+xml"/>
  <Override PartName="/ppt/media/image-7-2.svg" ContentType="image/svg+xml"/>
  <Override PartName="/ppt/media/image-7-20.svg" ContentType="image/svg+xml"/>
  <Override PartName="/ppt/media/image-7-22.svg" ContentType="image/svg+xml"/>
  <Override PartName="/ppt/media/image-7-24.svg" ContentType="image/svg+xml"/>
  <Override PartName="/ppt/media/image-7-26.svg" ContentType="image/svg+xml"/>
  <Override PartName="/ppt/media/image-7-28.svg" ContentType="image/svg+xml"/>
  <Override PartName="/ppt/media/image-7-30.svg" ContentType="image/svg+xml"/>
  <Override PartName="/ppt/media/image-7-32.svg" ContentType="image/svg+xml"/>
  <Override PartName="/ppt/media/image-7-34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media/image-8-10.svg" ContentType="image/svg+xml"/>
  <Override PartName="/ppt/media/image-8-12.svg" ContentType="image/svg+xml"/>
  <Override PartName="/ppt/media/image-8-14.svg" ContentType="image/svg+xml"/>
  <Override PartName="/ppt/media/image-8-16.svg" ContentType="image/svg+xml"/>
  <Override PartName="/ppt/media/image-8-18.svg" ContentType="image/svg+xml"/>
  <Override PartName="/ppt/media/image-8-2.svg" ContentType="image/svg+xml"/>
  <Override PartName="/ppt/media/image-8-20.svg" ContentType="image/svg+xml"/>
  <Override PartName="/ppt/media/image-8-22.svg" ContentType="image/svg+xml"/>
  <Override PartName="/ppt/media/image-8-24.svg" ContentType="image/svg+xml"/>
  <Override PartName="/ppt/media/image-8-26.svg" ContentType="image/svg+xml"/>
  <Override PartName="/ppt/media/image-8-28.svg" ContentType="image/svg+xml"/>
  <Override PartName="/ppt/media/image-8-4.svg" ContentType="image/svg+xml"/>
  <Override PartName="/ppt/media/image-8-6.svg" ContentType="image/svg+xml"/>
  <Override PartName="/ppt/media/image-8-8.svg" ContentType="image/svg+xml"/>
  <Override PartName="/ppt/media/image-9-10.svg" ContentType="image/svg+xml"/>
  <Override PartName="/ppt/media/image-9-12.svg" ContentType="image/svg+xml"/>
  <Override PartName="/ppt/media/image-9-14.svg" ContentType="image/svg+xml"/>
  <Override PartName="/ppt/media/image-9-16.svg" ContentType="image/svg+xml"/>
  <Override PartName="/ppt/media/image-9-18.svg" ContentType="image/svg+xml"/>
  <Override PartName="/ppt/media/image-9-2.svg" ContentType="image/svg+xml"/>
  <Override PartName="/ppt/media/image-9-20.svg" ContentType="image/svg+xml"/>
  <Override PartName="/ppt/media/image-9-22.svg" ContentType="image/svg+xml"/>
  <Override PartName="/ppt/media/image-9-24.svg" ContentType="image/svg+xml"/>
  <Override PartName="/ppt/media/image-9-26.svg" ContentType="image/svg+xml"/>
  <Override PartName="/ppt/media/image-9-28.svg" ContentType="image/svg+xml"/>
  <Override PartName="/ppt/media/image-9-30.svg" ContentType="image/svg+xml"/>
  <Override PartName="/ppt/media/image-9-32.svg" ContentType="image/svg+xml"/>
  <Override PartName="/ppt/media/image-9-34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2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image" Target="../media/image-2-33.png"/><Relationship Id="rId34" Type="http://schemas.openxmlformats.org/officeDocument/2006/relationships/image" Target="../media/image-2-34.svg"/><Relationship Id="rId35" Type="http://schemas.openxmlformats.org/officeDocument/2006/relationships/image" Target="../media/image-2-35.png"/><Relationship Id="rId36" Type="http://schemas.openxmlformats.org/officeDocument/2006/relationships/image" Target="../media/image-2-36.svg"/><Relationship Id="rId37" Type="http://schemas.openxmlformats.org/officeDocument/2006/relationships/image" Target="../media/image-2-37.png"/><Relationship Id="rId38" Type="http://schemas.openxmlformats.org/officeDocument/2006/relationships/image" Target="../media/image-2-38.svg"/><Relationship Id="rId39" Type="http://schemas.openxmlformats.org/officeDocument/2006/relationships/image" Target="../media/image-2-39.png"/><Relationship Id="rId40" Type="http://schemas.openxmlformats.org/officeDocument/2006/relationships/image" Target="../media/image-2-40.svg"/><Relationship Id="rId41" Type="http://schemas.openxmlformats.org/officeDocument/2006/relationships/image" Target="../media/image-2-41.png"/><Relationship Id="rId42" Type="http://schemas.openxmlformats.org/officeDocument/2006/relationships/image" Target="../media/image-2-42.sv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image" Target="../media/image-3-33.png"/><Relationship Id="rId34" Type="http://schemas.openxmlformats.org/officeDocument/2006/relationships/image" Target="../media/image-3-34.svg"/><Relationship Id="rId35" Type="http://schemas.openxmlformats.org/officeDocument/2006/relationships/image" Target="../media/image-3-35.png"/><Relationship Id="rId36" Type="http://schemas.openxmlformats.org/officeDocument/2006/relationships/image" Target="../media/image-3-36.svg"/><Relationship Id="rId37" Type="http://schemas.openxmlformats.org/officeDocument/2006/relationships/image" Target="../media/image-3-37.png"/><Relationship Id="rId38" Type="http://schemas.openxmlformats.org/officeDocument/2006/relationships/image" Target="../media/image-3-38.svg"/><Relationship Id="rId39" Type="http://schemas.openxmlformats.org/officeDocument/2006/relationships/image" Target="../media/image-3-39.png"/><Relationship Id="rId40" Type="http://schemas.openxmlformats.org/officeDocument/2006/relationships/image" Target="../media/image-3-40.svg"/><Relationship Id="rId41" Type="http://schemas.openxmlformats.org/officeDocument/2006/relationships/image" Target="../media/image-3-41.png"/><Relationship Id="rId42" Type="http://schemas.openxmlformats.org/officeDocument/2006/relationships/image" Target="../media/image-3-42.svg"/><Relationship Id="rId43" Type="http://schemas.openxmlformats.org/officeDocument/2006/relationships/image" Target="../media/image-3-43.png"/><Relationship Id="rId44" Type="http://schemas.openxmlformats.org/officeDocument/2006/relationships/image" Target="../media/image-3-44.svg"/><Relationship Id="rId45" Type="http://schemas.openxmlformats.org/officeDocument/2006/relationships/slideLayout" Target="../slideLayouts/slideLayout1.xml"/><Relationship Id="rId4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image" Target="../media/image-6-37.png"/><Relationship Id="rId38" Type="http://schemas.openxmlformats.org/officeDocument/2006/relationships/image" Target="../media/image-6-38.svg"/><Relationship Id="rId39" Type="http://schemas.openxmlformats.org/officeDocument/2006/relationships/image" Target="../media/image-6-39.png"/><Relationship Id="rId40" Type="http://schemas.openxmlformats.org/officeDocument/2006/relationships/image" Target="../media/image-6-40.svg"/><Relationship Id="rId41" Type="http://schemas.openxmlformats.org/officeDocument/2006/relationships/image" Target="../media/image-6-41.png"/><Relationship Id="rId42" Type="http://schemas.openxmlformats.org/officeDocument/2006/relationships/image" Target="../media/image-6-42.sv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image" Target="../media/image-7-33.png"/><Relationship Id="rId34" Type="http://schemas.openxmlformats.org/officeDocument/2006/relationships/image" Target="../media/image-7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sv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sv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sv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sv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sv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sv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sv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14375"/>
          </a:xfrm>
          <a:prstGeom prst="rect">
            <a:avLst/>
          </a:prstGeom>
          <a:solidFill>
            <a:srgbClr val="F7F5F1">
              <a:alpha val="8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04850"/>
            <a:ext cx="182880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1000" y="190500"/>
            <a:ext cx="323850" cy="32385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66700"/>
            <a:ext cx="171450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" y="245269"/>
            <a:ext cx="53503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75" b="1" spc="-29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7346454" y="266700"/>
            <a:ext cx="3231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7879184" y="266700"/>
            <a:ext cx="7285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관제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817248" y="266700"/>
            <a:ext cx="7364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이상탐지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763274" y="266700"/>
            <a:ext cx="3231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16097771" y="171450"/>
            <a:ext cx="694358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DCD7C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259696" y="266700"/>
            <a:ext cx="4467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16906429" y="171450"/>
            <a:ext cx="1000571" cy="361950"/>
          </a:xfrm>
          <a:prstGeom prst="roundRect">
            <a:avLst>
              <a:gd name="adj" fmla="val 26316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7077879" y="266700"/>
            <a:ext cx="733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무료로 시작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2095500" y="1323975"/>
            <a:ext cx="1581373" cy="3048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238375" y="1443038"/>
            <a:ext cx="66675" cy="66675"/>
          </a:xfrm>
          <a:prstGeom prst="ellipse">
            <a:avLst/>
          </a:prstGeom>
          <a:solidFill>
            <a:srgbClr val="2563EB">
              <a:alpha val="35000"/>
            </a:srgbClr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381250" y="1400175"/>
            <a:ext cx="12289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열폭주 예측 · 실시간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2095500" y="1857375"/>
            <a:ext cx="722071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50" b="1" spc="-112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화재, 터지기 전에 </a:t>
            </a:r>
            <a:pPr algn="l" indent="0" marL="0">
              <a:lnSpc>
                <a:spcPct val="108000"/>
              </a:lnSpc>
              <a:buNone/>
            </a:pPr>
            <a:r>
              <a:rPr lang="en-US" sz="3750" b="1" spc="-112" kern="0" dirty="0">
                <a:gradFill rotWithShape="1">
                  <a:gsLst>
                    <a:gs pos="0">
                      <a:srgbClr val="3B82F6">
                        <a:alpha val="100000"/>
                      </a:srgbClr>
                    </a:gs>
                    <a:gs pos="100000">
                      <a:srgbClr val="2563EB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먼저 잡습니다.</a:t>
            </a:r>
            <a:endParaRPr lang="en-US" sz="3750" dirty="0"/>
          </a:p>
        </p:txBody>
      </p:sp>
      <p:sp>
        <p:nvSpPr>
          <p:cNvPr id="19" name="Text 16"/>
          <p:cNvSpPr/>
          <p:nvPr/>
        </p:nvSpPr>
        <p:spPr>
          <a:xfrm>
            <a:off x="2095500" y="3629025"/>
            <a:ext cx="470916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전압·전류·온도·SOC를 1초 단위로 수집하고, AI가 이상점수를 산출해 열폭주 징후를 조기에 경고합니다.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2095500" y="4406205"/>
            <a:ext cx="1328663" cy="466725"/>
          </a:xfrm>
          <a:prstGeom prst="roundRect">
            <a:avLst>
              <a:gd name="adj" fmla="val 244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2343150" y="4539555"/>
            <a:ext cx="9095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 시작하기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38463" y="4406205"/>
            <a:ext cx="1267867" cy="466725"/>
          </a:xfrm>
          <a:prstGeom prst="roundRect">
            <a:avLst>
              <a:gd name="adj" fmla="val 24490"/>
            </a:avLst>
          </a:prstGeom>
          <a:solidFill>
            <a:srgbClr val="FFFFFF"/>
          </a:solidFill>
          <a:ln w="9525">
            <a:solidFill>
              <a:srgbClr val="DCD7CD"/>
            </a:solidFill>
            <a:prstDash val="solid"/>
          </a:ln>
        </p:spPr>
        <p:txBody>
          <a:bodyPr/>
          <a:p/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588" y="4563368"/>
            <a:ext cx="152400" cy="1524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05188" y="4549080"/>
            <a:ext cx="6392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영상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9563100" y="2241203"/>
            <a:ext cx="6629400" cy="171450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9782175" y="2488853"/>
            <a:ext cx="90837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팩 #001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5241339" y="2460278"/>
            <a:ext cx="732086" cy="21431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15336589" y="2538859"/>
            <a:ext cx="57150" cy="5715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5450889" y="2498378"/>
            <a:ext cx="50348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가동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2175" y="2874615"/>
            <a:ext cx="1428750" cy="8001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710738" y="3198465"/>
            <a:ext cx="15716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4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50" dirty="0"/>
          </a:p>
        </p:txBody>
      </p:sp>
      <p:sp>
        <p:nvSpPr>
          <p:cNvPr id="32" name="Text 27"/>
          <p:cNvSpPr/>
          <p:nvPr/>
        </p:nvSpPr>
        <p:spPr>
          <a:xfrm>
            <a:off x="9710738" y="3527078"/>
            <a:ext cx="15716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825" dirty="0"/>
          </a:p>
        </p:txBody>
      </p:sp>
      <p:sp>
        <p:nvSpPr>
          <p:cNvPr id="33" name="Text 28"/>
          <p:cNvSpPr/>
          <p:nvPr/>
        </p:nvSpPr>
        <p:spPr>
          <a:xfrm>
            <a:off x="11382375" y="2846040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</a:t>
            </a:r>
            <a:endParaRPr lang="en-US" sz="975" dirty="0"/>
          </a:p>
        </p:txBody>
      </p:sp>
      <p:sp>
        <p:nvSpPr>
          <p:cNvPr id="34" name="Text 29"/>
          <p:cNvSpPr/>
          <p:nvPr/>
        </p:nvSpPr>
        <p:spPr>
          <a:xfrm>
            <a:off x="15593392" y="2846040"/>
            <a:ext cx="4562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56.6°C</a:t>
            </a:r>
            <a:endParaRPr lang="en-US" sz="975" dirty="0"/>
          </a:p>
        </p:txBody>
      </p:sp>
      <p:sp>
        <p:nvSpPr>
          <p:cNvPr id="35" name="Text 30"/>
          <p:cNvSpPr/>
          <p:nvPr/>
        </p:nvSpPr>
        <p:spPr>
          <a:xfrm>
            <a:off x="11382375" y="3093690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전압</a:t>
            </a:r>
            <a:endParaRPr lang="en-US" sz="975" dirty="0"/>
          </a:p>
        </p:txBody>
      </p:sp>
      <p:sp>
        <p:nvSpPr>
          <p:cNvPr id="36" name="Text 31"/>
          <p:cNvSpPr/>
          <p:nvPr/>
        </p:nvSpPr>
        <p:spPr>
          <a:xfrm>
            <a:off x="15718631" y="3093690"/>
            <a:ext cx="3309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3.8V</a:t>
            </a:r>
            <a:endParaRPr lang="en-US" sz="975" dirty="0"/>
          </a:p>
        </p:txBody>
      </p:sp>
      <p:sp>
        <p:nvSpPr>
          <p:cNvPr id="37" name="Text 32"/>
          <p:cNvSpPr/>
          <p:nvPr/>
        </p:nvSpPr>
        <p:spPr>
          <a:xfrm>
            <a:off x="11382375" y="3341340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전류</a:t>
            </a:r>
            <a:endParaRPr lang="en-US" sz="975" dirty="0"/>
          </a:p>
        </p:txBody>
      </p:sp>
      <p:sp>
        <p:nvSpPr>
          <p:cNvPr id="38" name="Text 33"/>
          <p:cNvSpPr/>
          <p:nvPr/>
        </p:nvSpPr>
        <p:spPr>
          <a:xfrm>
            <a:off x="15718631" y="3341340"/>
            <a:ext cx="3309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2.2A</a:t>
            </a:r>
            <a:endParaRPr lang="en-US" sz="975" dirty="0"/>
          </a:p>
        </p:txBody>
      </p:sp>
      <p:sp>
        <p:nvSpPr>
          <p:cNvPr id="39" name="Text 34"/>
          <p:cNvSpPr/>
          <p:nvPr/>
        </p:nvSpPr>
        <p:spPr>
          <a:xfrm>
            <a:off x="11382375" y="3588990"/>
            <a:ext cx="34453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975" dirty="0"/>
          </a:p>
        </p:txBody>
      </p:sp>
      <p:sp>
        <p:nvSpPr>
          <p:cNvPr id="40" name="Text 35"/>
          <p:cNvSpPr/>
          <p:nvPr/>
        </p:nvSpPr>
        <p:spPr>
          <a:xfrm>
            <a:off x="15725552" y="3588990"/>
            <a:ext cx="32407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975" dirty="0"/>
          </a:p>
        </p:txBody>
      </p:sp>
      <p:sp>
        <p:nvSpPr>
          <p:cNvPr id="41" name="Shape 36"/>
          <p:cNvSpPr/>
          <p:nvPr/>
        </p:nvSpPr>
        <p:spPr>
          <a:xfrm>
            <a:off x="2095500" y="5330130"/>
            <a:ext cx="14097000" cy="1343025"/>
          </a:xfrm>
          <a:prstGeom prst="roundRect">
            <a:avLst>
              <a:gd name="adj" fmla="val 14184"/>
            </a:avLst>
          </a:prstGeom>
          <a:solidFill>
            <a:srgbClr val="1A1714"/>
          </a:solidFill>
          <a:ln/>
        </p:spPr>
        <p:txBody>
          <a:bodyPr/>
          <a:p/>
        </p:txBody>
      </p:sp>
      <p:sp>
        <p:nvSpPr>
          <p:cNvPr id="42" name="Text 37"/>
          <p:cNvSpPr/>
          <p:nvPr/>
        </p:nvSpPr>
        <p:spPr>
          <a:xfrm>
            <a:off x="2438400" y="5615880"/>
            <a:ext cx="1466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중 배터리</a:t>
            </a:r>
            <a:endParaRPr lang="en-US" sz="975" dirty="0"/>
          </a:p>
        </p:txBody>
      </p:sp>
      <p:sp>
        <p:nvSpPr>
          <p:cNvPr id="43" name="Text 38"/>
          <p:cNvSpPr/>
          <p:nvPr/>
        </p:nvSpPr>
        <p:spPr>
          <a:xfrm>
            <a:off x="2438400" y="5820668"/>
            <a:ext cx="1466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2400" dirty="0"/>
          </a:p>
        </p:txBody>
      </p:sp>
      <p:sp>
        <p:nvSpPr>
          <p:cNvPr id="44" name="Text 39"/>
          <p:cNvSpPr/>
          <p:nvPr/>
        </p:nvSpPr>
        <p:spPr>
          <a:xfrm>
            <a:off x="2438400" y="6230243"/>
            <a:ext cx="14668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C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전일 대비 +6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6464275" y="5615880"/>
            <a:ext cx="1466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이상점수</a:t>
            </a:r>
            <a:endParaRPr lang="en-US" sz="975" dirty="0"/>
          </a:p>
        </p:txBody>
      </p:sp>
      <p:sp>
        <p:nvSpPr>
          <p:cNvPr id="46" name="Text 41"/>
          <p:cNvSpPr/>
          <p:nvPr/>
        </p:nvSpPr>
        <p:spPr>
          <a:xfrm>
            <a:off x="6464275" y="5820668"/>
            <a:ext cx="1466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400" dirty="0"/>
          </a:p>
        </p:txBody>
      </p:sp>
      <p:sp>
        <p:nvSpPr>
          <p:cNvPr id="47" name="Text 42"/>
          <p:cNvSpPr/>
          <p:nvPr/>
        </p:nvSpPr>
        <p:spPr>
          <a:xfrm>
            <a:off x="6464275" y="6230243"/>
            <a:ext cx="14668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구간 유지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0490225" y="5615880"/>
            <a:ext cx="1466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안전 차단</a:t>
            </a:r>
            <a:endParaRPr lang="en-US" sz="975" dirty="0"/>
          </a:p>
        </p:txBody>
      </p:sp>
      <p:sp>
        <p:nvSpPr>
          <p:cNvPr id="49" name="Text 44"/>
          <p:cNvSpPr/>
          <p:nvPr/>
        </p:nvSpPr>
        <p:spPr>
          <a:xfrm>
            <a:off x="10490225" y="5820668"/>
            <a:ext cx="1466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3건</a:t>
            </a:r>
            <a:endParaRPr lang="en-US" sz="2400" dirty="0"/>
          </a:p>
        </p:txBody>
      </p:sp>
      <p:sp>
        <p:nvSpPr>
          <p:cNvPr id="50" name="Text 45"/>
          <p:cNvSpPr/>
          <p:nvPr/>
        </p:nvSpPr>
        <p:spPr>
          <a:xfrm>
            <a:off x="10490225" y="6249293"/>
            <a:ext cx="14668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자동 복구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4516100" y="5615880"/>
            <a:ext cx="14668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관제 가동률</a:t>
            </a:r>
            <a:endParaRPr lang="en-US" sz="975" dirty="0"/>
          </a:p>
        </p:txBody>
      </p:sp>
      <p:sp>
        <p:nvSpPr>
          <p:cNvPr id="52" name="Text 47"/>
          <p:cNvSpPr/>
          <p:nvPr/>
        </p:nvSpPr>
        <p:spPr>
          <a:xfrm>
            <a:off x="14516100" y="5820668"/>
            <a:ext cx="1466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400" dirty="0"/>
          </a:p>
        </p:txBody>
      </p:sp>
      <p:sp>
        <p:nvSpPr>
          <p:cNvPr id="53" name="Text 48"/>
          <p:cNvSpPr/>
          <p:nvPr/>
        </p:nvSpPr>
        <p:spPr>
          <a:xfrm>
            <a:off x="14516100" y="6230243"/>
            <a:ext cx="14668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C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무중단 운영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114300" y="1114425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3400" y="1235869"/>
            <a:ext cx="690042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5" name="Text 9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774054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77405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저장된 배터리 선택 · 새 배터리 등록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2514600" y="838200"/>
            <a:ext cx="14859000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EAF1FF">
                  <a:alpha val="100000"/>
                </a:srgbClr>
              </a:gs>
              <a:gs pos="100000">
                <a:srgbClr val="F3F7FF">
                  <a:alpha val="100000"/>
                </a:srgbClr>
              </a:gs>
            </a:gsLst>
            <a:lin ang="2700000" scaled="0"/>
          </a:gradFill>
          <a:ln w="9525">
            <a:solidFill>
              <a:srgbClr val="9EC0FF"/>
            </a:solidFill>
            <a:prstDash val="dash"/>
          </a:ln>
        </p:spPr>
        <p:txBody>
          <a:bodyPr/>
          <a:p/>
        </p:txBody>
      </p:sp>
      <p:sp>
        <p:nvSpPr>
          <p:cNvPr id="51" name="Shape 36"/>
          <p:cNvSpPr/>
          <p:nvPr/>
        </p:nvSpPr>
        <p:spPr>
          <a:xfrm>
            <a:off x="2733675" y="1057275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847975" y="1171575"/>
            <a:ext cx="228600" cy="22860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3343275" y="1107281"/>
            <a:ext cx="302046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배터리 등록</a:t>
            </a:r>
            <a:endParaRPr lang="en-US" sz="1200" dirty="0"/>
          </a:p>
        </p:txBody>
      </p:sp>
      <p:sp>
        <p:nvSpPr>
          <p:cNvPr id="54" name="Text 38"/>
          <p:cNvSpPr/>
          <p:nvPr/>
        </p:nvSpPr>
        <p:spPr>
          <a:xfrm>
            <a:off x="3343275" y="1312069"/>
            <a:ext cx="30204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이름·종류·측정 모드·직렬 셀 수 입력 → battery_id 발급</a:t>
            </a:r>
            <a:endParaRPr lang="en-US" sz="975" dirty="0"/>
          </a:p>
        </p:txBody>
      </p:sp>
      <p:sp>
        <p:nvSpPr>
          <p:cNvPr id="55" name="Text 39"/>
          <p:cNvSpPr/>
          <p:nvPr/>
        </p:nvSpPr>
        <p:spPr>
          <a:xfrm>
            <a:off x="2514600" y="1976438"/>
            <a:ext cx="98539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저장된 배터리 </a:t>
            </a:r>
            <a:pPr algn="l" indent="0" marL="0">
              <a:buNone/>
            </a:pPr>
            <a:r>
              <a:rPr lang="en-US" sz="95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25" dirty="0"/>
          </a:p>
        </p:txBody>
      </p:sp>
      <p:sp>
        <p:nvSpPr>
          <p:cNvPr id="56" name="Shape 40"/>
          <p:cNvSpPr/>
          <p:nvPr/>
        </p:nvSpPr>
        <p:spPr>
          <a:xfrm>
            <a:off x="14113743" y="1905000"/>
            <a:ext cx="1313929" cy="323850"/>
          </a:xfrm>
          <a:prstGeom prst="roundRect">
            <a:avLst>
              <a:gd name="adj" fmla="val 26471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256618" y="1995487"/>
            <a:ext cx="142875" cy="142875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14466168" y="1990725"/>
            <a:ext cx="8948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정보 수정</a:t>
            </a:r>
            <a:endParaRPr lang="en-US" sz="975" dirty="0"/>
          </a:p>
        </p:txBody>
      </p:sp>
      <p:sp>
        <p:nvSpPr>
          <p:cNvPr id="59" name="Shape 42"/>
          <p:cNvSpPr/>
          <p:nvPr/>
        </p:nvSpPr>
        <p:spPr>
          <a:xfrm>
            <a:off x="15503872" y="1905000"/>
            <a:ext cx="943273" cy="319088"/>
          </a:xfrm>
          <a:prstGeom prst="roundRect">
            <a:avLst>
              <a:gd name="adj" fmla="val 2686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60" name="Text 43"/>
          <p:cNvSpPr/>
          <p:nvPr/>
        </p:nvSpPr>
        <p:spPr>
          <a:xfrm>
            <a:off x="15646747" y="1990725"/>
            <a:ext cx="5336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모드</a:t>
            </a:r>
            <a:endParaRPr lang="en-US" sz="975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170920" y="1997869"/>
            <a:ext cx="133350" cy="133350"/>
          </a:xfrm>
          <a:prstGeom prst="rect">
            <a:avLst/>
          </a:prstGeom>
        </p:spPr>
      </p:pic>
      <p:sp>
        <p:nvSpPr>
          <p:cNvPr id="62" name="Shape 44"/>
          <p:cNvSpPr/>
          <p:nvPr/>
        </p:nvSpPr>
        <p:spPr>
          <a:xfrm>
            <a:off x="16523345" y="1905000"/>
            <a:ext cx="850255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63" name="Text 45"/>
          <p:cNvSpPr/>
          <p:nvPr/>
        </p:nvSpPr>
        <p:spPr>
          <a:xfrm>
            <a:off x="16666220" y="1990725"/>
            <a:ext cx="6407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측정순</a:t>
            </a:r>
            <a:endParaRPr lang="en-US" sz="975" dirty="0"/>
          </a:p>
        </p:txBody>
      </p:sp>
      <p:sp>
        <p:nvSpPr>
          <p:cNvPr id="64" name="Shape 46"/>
          <p:cNvSpPr/>
          <p:nvPr/>
        </p:nvSpPr>
        <p:spPr>
          <a:xfrm>
            <a:off x="2514600" y="2400300"/>
            <a:ext cx="4851350" cy="1533525"/>
          </a:xfrm>
          <a:prstGeom prst="roundRect">
            <a:avLst>
              <a:gd name="adj" fmla="val 9938"/>
            </a:avLst>
          </a:prstGeom>
          <a:gradFill rotWithShape="1">
            <a:gsLst>
              <a:gs pos="0">
                <a:srgbClr val="EAF1FF">
                  <a:alpha val="100000"/>
                </a:srgbClr>
              </a:gs>
              <a:gs pos="100000">
                <a:srgbClr val="F3F7FF">
                  <a:alpha val="100000"/>
                </a:srgbClr>
              </a:gs>
            </a:gsLst>
            <a:lin ang="2700000" scaled="0"/>
          </a:gra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5" name="Shape 47"/>
          <p:cNvSpPr/>
          <p:nvPr/>
        </p:nvSpPr>
        <p:spPr>
          <a:xfrm>
            <a:off x="2705100" y="25908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800350" y="2686050"/>
            <a:ext cx="171450" cy="171450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3162300" y="2690813"/>
            <a:ext cx="7406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1125" dirty="0"/>
          </a:p>
        </p:txBody>
      </p:sp>
      <p:sp>
        <p:nvSpPr>
          <p:cNvPr id="68" name="Shape 49"/>
          <p:cNvSpPr/>
          <p:nvPr/>
        </p:nvSpPr>
        <p:spPr>
          <a:xfrm>
            <a:off x="6787158" y="2674144"/>
            <a:ext cx="388293" cy="195263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69" name="Text 50"/>
          <p:cNvSpPr/>
          <p:nvPr/>
        </p:nvSpPr>
        <p:spPr>
          <a:xfrm>
            <a:off x="6882408" y="2702719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900" dirty="0"/>
          </a:p>
        </p:txBody>
      </p:sp>
      <p:sp>
        <p:nvSpPr>
          <p:cNvPr id="70" name="Text 51"/>
          <p:cNvSpPr/>
          <p:nvPr/>
        </p:nvSpPr>
        <p:spPr>
          <a:xfrm>
            <a:off x="2705100" y="3067050"/>
            <a:ext cx="491738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3S · 모드 1</a:t>
            </a:r>
            <a:endParaRPr lang="en-US" sz="900" dirty="0"/>
          </a:p>
        </p:txBody>
      </p:sp>
      <p:sp>
        <p:nvSpPr>
          <p:cNvPr id="71" name="Shape 52"/>
          <p:cNvSpPr/>
          <p:nvPr/>
        </p:nvSpPr>
        <p:spPr>
          <a:xfrm>
            <a:off x="2705100" y="3319463"/>
            <a:ext cx="4470350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2" name="Text 53"/>
          <p:cNvSpPr/>
          <p:nvPr/>
        </p:nvSpPr>
        <p:spPr>
          <a:xfrm>
            <a:off x="2705100" y="3443288"/>
            <a:ext cx="3622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825" dirty="0"/>
          </a:p>
        </p:txBody>
      </p:sp>
      <p:sp>
        <p:nvSpPr>
          <p:cNvPr id="73" name="Text 54"/>
          <p:cNvSpPr/>
          <p:nvPr/>
        </p:nvSpPr>
        <p:spPr>
          <a:xfrm>
            <a:off x="2705100" y="3567113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125" dirty="0"/>
          </a:p>
        </p:txBody>
      </p:sp>
      <p:sp>
        <p:nvSpPr>
          <p:cNvPr id="74" name="Text 55"/>
          <p:cNvSpPr/>
          <p:nvPr/>
        </p:nvSpPr>
        <p:spPr>
          <a:xfrm>
            <a:off x="4706243" y="3443288"/>
            <a:ext cx="46784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측정</a:t>
            </a:r>
            <a:endParaRPr lang="en-US" sz="825" dirty="0"/>
          </a:p>
        </p:txBody>
      </p:sp>
      <p:sp>
        <p:nvSpPr>
          <p:cNvPr id="75" name="Text 56"/>
          <p:cNvSpPr/>
          <p:nvPr/>
        </p:nvSpPr>
        <p:spPr>
          <a:xfrm>
            <a:off x="4706243" y="3571875"/>
            <a:ext cx="467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전</a:t>
            </a:r>
            <a:endParaRPr lang="en-US" sz="1125" dirty="0"/>
          </a:p>
        </p:txBody>
      </p:sp>
      <p:sp>
        <p:nvSpPr>
          <p:cNvPr id="76" name="Text 57"/>
          <p:cNvSpPr/>
          <p:nvPr/>
        </p:nvSpPr>
        <p:spPr>
          <a:xfrm>
            <a:off x="6812905" y="3443288"/>
            <a:ext cx="4387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825" dirty="0"/>
          </a:p>
        </p:txBody>
      </p:sp>
      <p:sp>
        <p:nvSpPr>
          <p:cNvPr id="77" name="Text 58"/>
          <p:cNvSpPr/>
          <p:nvPr/>
        </p:nvSpPr>
        <p:spPr>
          <a:xfrm>
            <a:off x="6812905" y="3571875"/>
            <a:ext cx="438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25" dirty="0"/>
          </a:p>
        </p:txBody>
      </p:sp>
      <p:sp>
        <p:nvSpPr>
          <p:cNvPr id="78" name="Shape 59"/>
          <p:cNvSpPr/>
          <p:nvPr/>
        </p:nvSpPr>
        <p:spPr>
          <a:xfrm>
            <a:off x="7518350" y="2400300"/>
            <a:ext cx="4851425" cy="1533525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9" name="Shape 60"/>
          <p:cNvSpPr/>
          <p:nvPr/>
        </p:nvSpPr>
        <p:spPr>
          <a:xfrm>
            <a:off x="7699325" y="258127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pic>
        <p:nvPicPr>
          <p:cNvPr id="8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794575" y="2676525"/>
            <a:ext cx="171450" cy="171450"/>
          </a:xfrm>
          <a:prstGeom prst="rect">
            <a:avLst/>
          </a:prstGeom>
        </p:spPr>
      </p:pic>
      <p:sp>
        <p:nvSpPr>
          <p:cNvPr id="81" name="Text 61"/>
          <p:cNvSpPr/>
          <p:nvPr/>
        </p:nvSpPr>
        <p:spPr>
          <a:xfrm>
            <a:off x="8156525" y="2681288"/>
            <a:ext cx="7406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PACK-002</a:t>
            </a:r>
            <a:endParaRPr lang="en-US" sz="1125" dirty="0"/>
          </a:p>
        </p:txBody>
      </p:sp>
      <p:sp>
        <p:nvSpPr>
          <p:cNvPr id="82" name="Shape 62"/>
          <p:cNvSpPr/>
          <p:nvPr/>
        </p:nvSpPr>
        <p:spPr>
          <a:xfrm>
            <a:off x="11800508" y="2664619"/>
            <a:ext cx="388293" cy="1952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83" name="Text 63"/>
          <p:cNvSpPr/>
          <p:nvPr/>
        </p:nvSpPr>
        <p:spPr>
          <a:xfrm>
            <a:off x="11895758" y="2693194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84" name="Text 64"/>
          <p:cNvSpPr/>
          <p:nvPr/>
        </p:nvSpPr>
        <p:spPr>
          <a:xfrm>
            <a:off x="7699325" y="3057525"/>
            <a:ext cx="493842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3S · 모드 1</a:t>
            </a:r>
            <a:endParaRPr lang="en-US" sz="900" dirty="0"/>
          </a:p>
        </p:txBody>
      </p:sp>
      <p:sp>
        <p:nvSpPr>
          <p:cNvPr id="85" name="Shape 65"/>
          <p:cNvSpPr/>
          <p:nvPr/>
        </p:nvSpPr>
        <p:spPr>
          <a:xfrm>
            <a:off x="7699325" y="3309938"/>
            <a:ext cx="4489475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6" name="Text 66"/>
          <p:cNvSpPr/>
          <p:nvPr/>
        </p:nvSpPr>
        <p:spPr>
          <a:xfrm>
            <a:off x="7699325" y="3433763"/>
            <a:ext cx="3622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825" dirty="0"/>
          </a:p>
        </p:txBody>
      </p:sp>
      <p:sp>
        <p:nvSpPr>
          <p:cNvPr id="87" name="Text 67"/>
          <p:cNvSpPr/>
          <p:nvPr/>
        </p:nvSpPr>
        <p:spPr>
          <a:xfrm>
            <a:off x="7699325" y="3557588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125" dirty="0"/>
          </a:p>
        </p:txBody>
      </p:sp>
      <p:sp>
        <p:nvSpPr>
          <p:cNvPr id="88" name="Text 68"/>
          <p:cNvSpPr/>
          <p:nvPr/>
        </p:nvSpPr>
        <p:spPr>
          <a:xfrm>
            <a:off x="9709993" y="3433763"/>
            <a:ext cx="46784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측정</a:t>
            </a:r>
            <a:endParaRPr lang="en-US" sz="825" dirty="0"/>
          </a:p>
        </p:txBody>
      </p:sp>
      <p:sp>
        <p:nvSpPr>
          <p:cNvPr id="89" name="Text 69"/>
          <p:cNvSpPr/>
          <p:nvPr/>
        </p:nvSpPr>
        <p:spPr>
          <a:xfrm>
            <a:off x="9709993" y="3562350"/>
            <a:ext cx="467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전</a:t>
            </a:r>
            <a:endParaRPr lang="en-US" sz="1125" dirty="0"/>
          </a:p>
        </p:txBody>
      </p:sp>
      <p:sp>
        <p:nvSpPr>
          <p:cNvPr id="90" name="Text 70"/>
          <p:cNvSpPr/>
          <p:nvPr/>
        </p:nvSpPr>
        <p:spPr>
          <a:xfrm>
            <a:off x="11826255" y="3433763"/>
            <a:ext cx="4387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825" dirty="0"/>
          </a:p>
        </p:txBody>
      </p:sp>
      <p:sp>
        <p:nvSpPr>
          <p:cNvPr id="91" name="Text 71"/>
          <p:cNvSpPr/>
          <p:nvPr/>
        </p:nvSpPr>
        <p:spPr>
          <a:xfrm>
            <a:off x="11826255" y="3562350"/>
            <a:ext cx="438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25" dirty="0"/>
          </a:p>
        </p:txBody>
      </p:sp>
      <p:sp>
        <p:nvSpPr>
          <p:cNvPr id="92" name="Shape 72"/>
          <p:cNvSpPr/>
          <p:nvPr/>
        </p:nvSpPr>
        <p:spPr>
          <a:xfrm>
            <a:off x="12522175" y="2400300"/>
            <a:ext cx="4851425" cy="1533525"/>
          </a:xfrm>
          <a:prstGeom prst="roundRect">
            <a:avLst>
              <a:gd name="adj" fmla="val 993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93" name="Shape 73"/>
          <p:cNvSpPr/>
          <p:nvPr/>
        </p:nvSpPr>
        <p:spPr>
          <a:xfrm>
            <a:off x="12703150" y="258127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pic>
        <p:nvPicPr>
          <p:cNvPr id="9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798400" y="2676525"/>
            <a:ext cx="171450" cy="171450"/>
          </a:xfrm>
          <a:prstGeom prst="rect">
            <a:avLst/>
          </a:prstGeom>
        </p:spPr>
      </p:pic>
      <p:sp>
        <p:nvSpPr>
          <p:cNvPr id="95" name="Text 74"/>
          <p:cNvSpPr/>
          <p:nvPr/>
        </p:nvSpPr>
        <p:spPr>
          <a:xfrm>
            <a:off x="13160350" y="2681288"/>
            <a:ext cx="7406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PACK-003</a:t>
            </a:r>
            <a:endParaRPr lang="en-US" sz="1125" dirty="0"/>
          </a:p>
        </p:txBody>
      </p:sp>
      <p:sp>
        <p:nvSpPr>
          <p:cNvPr id="96" name="Shape 75"/>
          <p:cNvSpPr/>
          <p:nvPr/>
        </p:nvSpPr>
        <p:spPr>
          <a:xfrm>
            <a:off x="16804332" y="2664619"/>
            <a:ext cx="388293" cy="1952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97" name="Text 76"/>
          <p:cNvSpPr/>
          <p:nvPr/>
        </p:nvSpPr>
        <p:spPr>
          <a:xfrm>
            <a:off x="16899582" y="2693194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98" name="Text 77"/>
          <p:cNvSpPr/>
          <p:nvPr/>
        </p:nvSpPr>
        <p:spPr>
          <a:xfrm>
            <a:off x="12703150" y="3057525"/>
            <a:ext cx="493842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Li-Po · 2S · 모드 3</a:t>
            </a:r>
            <a:endParaRPr lang="en-US" sz="900" dirty="0"/>
          </a:p>
        </p:txBody>
      </p:sp>
      <p:sp>
        <p:nvSpPr>
          <p:cNvPr id="99" name="Shape 78"/>
          <p:cNvSpPr/>
          <p:nvPr/>
        </p:nvSpPr>
        <p:spPr>
          <a:xfrm>
            <a:off x="12703150" y="3309938"/>
            <a:ext cx="4489475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00" name="Text 79"/>
          <p:cNvSpPr/>
          <p:nvPr/>
        </p:nvSpPr>
        <p:spPr>
          <a:xfrm>
            <a:off x="12703150" y="3433763"/>
            <a:ext cx="3622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825" dirty="0"/>
          </a:p>
        </p:txBody>
      </p:sp>
      <p:sp>
        <p:nvSpPr>
          <p:cNvPr id="101" name="Text 80"/>
          <p:cNvSpPr/>
          <p:nvPr/>
        </p:nvSpPr>
        <p:spPr>
          <a:xfrm>
            <a:off x="12703150" y="3557588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125" dirty="0"/>
          </a:p>
        </p:txBody>
      </p:sp>
      <p:sp>
        <p:nvSpPr>
          <p:cNvPr id="102" name="Text 81"/>
          <p:cNvSpPr/>
          <p:nvPr/>
        </p:nvSpPr>
        <p:spPr>
          <a:xfrm>
            <a:off x="14713818" y="3433763"/>
            <a:ext cx="46784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측정</a:t>
            </a:r>
            <a:endParaRPr lang="en-US" sz="825" dirty="0"/>
          </a:p>
        </p:txBody>
      </p:sp>
      <p:sp>
        <p:nvSpPr>
          <p:cNvPr id="103" name="Text 82"/>
          <p:cNvSpPr/>
          <p:nvPr/>
        </p:nvSpPr>
        <p:spPr>
          <a:xfrm>
            <a:off x="14713818" y="3562350"/>
            <a:ext cx="467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전</a:t>
            </a:r>
            <a:endParaRPr lang="en-US" sz="1125" dirty="0"/>
          </a:p>
        </p:txBody>
      </p:sp>
      <p:sp>
        <p:nvSpPr>
          <p:cNvPr id="104" name="Text 83"/>
          <p:cNvSpPr/>
          <p:nvPr/>
        </p:nvSpPr>
        <p:spPr>
          <a:xfrm>
            <a:off x="16830080" y="3433763"/>
            <a:ext cx="4387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825" dirty="0"/>
          </a:p>
        </p:txBody>
      </p:sp>
      <p:sp>
        <p:nvSpPr>
          <p:cNvPr id="105" name="Text 84"/>
          <p:cNvSpPr/>
          <p:nvPr/>
        </p:nvSpPr>
        <p:spPr>
          <a:xfrm>
            <a:off x="16830080" y="3562350"/>
            <a:ext cx="438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25" dirty="0"/>
          </a:p>
        </p:txBody>
      </p:sp>
      <p:sp>
        <p:nvSpPr>
          <p:cNvPr id="106" name="Shape 85"/>
          <p:cNvSpPr/>
          <p:nvPr/>
        </p:nvSpPr>
        <p:spPr>
          <a:xfrm>
            <a:off x="2514600" y="4086225"/>
            <a:ext cx="4851350" cy="1514475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07" name="Shape 86"/>
          <p:cNvSpPr/>
          <p:nvPr/>
        </p:nvSpPr>
        <p:spPr>
          <a:xfrm>
            <a:off x="2695575" y="42672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pic>
        <p:nvPicPr>
          <p:cNvPr id="108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790825" y="4362450"/>
            <a:ext cx="171450" cy="171450"/>
          </a:xfrm>
          <a:prstGeom prst="rect">
            <a:avLst/>
          </a:prstGeom>
        </p:spPr>
      </p:pic>
      <p:sp>
        <p:nvSpPr>
          <p:cNvPr id="109" name="Text 87"/>
          <p:cNvSpPr/>
          <p:nvPr/>
        </p:nvSpPr>
        <p:spPr>
          <a:xfrm>
            <a:off x="3152775" y="4367213"/>
            <a:ext cx="7406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PACK-004</a:t>
            </a:r>
            <a:endParaRPr lang="en-US" sz="1125" dirty="0"/>
          </a:p>
        </p:txBody>
      </p:sp>
      <p:sp>
        <p:nvSpPr>
          <p:cNvPr id="110" name="Shape 88"/>
          <p:cNvSpPr/>
          <p:nvPr/>
        </p:nvSpPr>
        <p:spPr>
          <a:xfrm>
            <a:off x="6796683" y="4350544"/>
            <a:ext cx="388293" cy="195263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111" name="Text 89"/>
          <p:cNvSpPr/>
          <p:nvPr/>
        </p:nvSpPr>
        <p:spPr>
          <a:xfrm>
            <a:off x="6891933" y="4379119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900" dirty="0"/>
          </a:p>
        </p:txBody>
      </p:sp>
      <p:sp>
        <p:nvSpPr>
          <p:cNvPr id="112" name="Text 90"/>
          <p:cNvSpPr/>
          <p:nvPr/>
        </p:nvSpPr>
        <p:spPr>
          <a:xfrm>
            <a:off x="2695575" y="4743450"/>
            <a:ext cx="493834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2S · 모드 2</a:t>
            </a:r>
            <a:endParaRPr lang="en-US" sz="900" dirty="0"/>
          </a:p>
        </p:txBody>
      </p:sp>
      <p:sp>
        <p:nvSpPr>
          <p:cNvPr id="113" name="Shape 91"/>
          <p:cNvSpPr/>
          <p:nvPr/>
        </p:nvSpPr>
        <p:spPr>
          <a:xfrm>
            <a:off x="2695575" y="4995863"/>
            <a:ext cx="4489400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14" name="Text 92"/>
          <p:cNvSpPr/>
          <p:nvPr/>
        </p:nvSpPr>
        <p:spPr>
          <a:xfrm>
            <a:off x="2695575" y="5119688"/>
            <a:ext cx="3622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825" dirty="0"/>
          </a:p>
        </p:txBody>
      </p:sp>
      <p:sp>
        <p:nvSpPr>
          <p:cNvPr id="115" name="Text 93"/>
          <p:cNvSpPr/>
          <p:nvPr/>
        </p:nvSpPr>
        <p:spPr>
          <a:xfrm>
            <a:off x="2695575" y="5243513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125" dirty="0"/>
          </a:p>
        </p:txBody>
      </p:sp>
      <p:sp>
        <p:nvSpPr>
          <p:cNvPr id="116" name="Text 94"/>
          <p:cNvSpPr/>
          <p:nvPr/>
        </p:nvSpPr>
        <p:spPr>
          <a:xfrm>
            <a:off x="4706243" y="5119688"/>
            <a:ext cx="46784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측정</a:t>
            </a:r>
            <a:endParaRPr lang="en-US" sz="825" dirty="0"/>
          </a:p>
        </p:txBody>
      </p:sp>
      <p:sp>
        <p:nvSpPr>
          <p:cNvPr id="117" name="Text 95"/>
          <p:cNvSpPr/>
          <p:nvPr/>
        </p:nvSpPr>
        <p:spPr>
          <a:xfrm>
            <a:off x="4706243" y="5248275"/>
            <a:ext cx="467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전</a:t>
            </a:r>
            <a:endParaRPr lang="en-US" sz="1125" dirty="0"/>
          </a:p>
        </p:txBody>
      </p:sp>
      <p:sp>
        <p:nvSpPr>
          <p:cNvPr id="118" name="Text 96"/>
          <p:cNvSpPr/>
          <p:nvPr/>
        </p:nvSpPr>
        <p:spPr>
          <a:xfrm>
            <a:off x="6822430" y="5119688"/>
            <a:ext cx="4387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825" dirty="0"/>
          </a:p>
        </p:txBody>
      </p:sp>
      <p:sp>
        <p:nvSpPr>
          <p:cNvPr id="119" name="Text 97"/>
          <p:cNvSpPr/>
          <p:nvPr/>
        </p:nvSpPr>
        <p:spPr>
          <a:xfrm>
            <a:off x="6822430" y="5248275"/>
            <a:ext cx="438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25" dirty="0"/>
          </a:p>
        </p:txBody>
      </p:sp>
      <p:sp>
        <p:nvSpPr>
          <p:cNvPr id="120" name="Shape 98"/>
          <p:cNvSpPr/>
          <p:nvPr/>
        </p:nvSpPr>
        <p:spPr>
          <a:xfrm>
            <a:off x="7518350" y="4086225"/>
            <a:ext cx="4851425" cy="1514475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21" name="Shape 99"/>
          <p:cNvSpPr/>
          <p:nvPr/>
        </p:nvSpPr>
        <p:spPr>
          <a:xfrm>
            <a:off x="7699325" y="42672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pic>
        <p:nvPicPr>
          <p:cNvPr id="122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794575" y="4362450"/>
            <a:ext cx="171450" cy="171450"/>
          </a:xfrm>
          <a:prstGeom prst="rect">
            <a:avLst/>
          </a:prstGeom>
        </p:spPr>
      </p:pic>
      <p:sp>
        <p:nvSpPr>
          <p:cNvPr id="123" name="Text 100"/>
          <p:cNvSpPr/>
          <p:nvPr/>
        </p:nvSpPr>
        <p:spPr>
          <a:xfrm>
            <a:off x="8156525" y="4367213"/>
            <a:ext cx="7406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PACK-005</a:t>
            </a:r>
            <a:endParaRPr lang="en-US" sz="1125" dirty="0"/>
          </a:p>
        </p:txBody>
      </p:sp>
      <p:sp>
        <p:nvSpPr>
          <p:cNvPr id="124" name="Shape 101"/>
          <p:cNvSpPr/>
          <p:nvPr/>
        </p:nvSpPr>
        <p:spPr>
          <a:xfrm>
            <a:off x="11800508" y="4350544"/>
            <a:ext cx="388293" cy="1952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125" name="Text 102"/>
          <p:cNvSpPr/>
          <p:nvPr/>
        </p:nvSpPr>
        <p:spPr>
          <a:xfrm>
            <a:off x="11895758" y="4379119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126" name="Text 103"/>
          <p:cNvSpPr/>
          <p:nvPr/>
        </p:nvSpPr>
        <p:spPr>
          <a:xfrm>
            <a:off x="7699325" y="4743450"/>
            <a:ext cx="493842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Li-Po · 1S · 모드 3</a:t>
            </a:r>
            <a:endParaRPr lang="en-US" sz="900" dirty="0"/>
          </a:p>
        </p:txBody>
      </p:sp>
      <p:sp>
        <p:nvSpPr>
          <p:cNvPr id="127" name="Shape 104"/>
          <p:cNvSpPr/>
          <p:nvPr/>
        </p:nvSpPr>
        <p:spPr>
          <a:xfrm>
            <a:off x="7699325" y="4995863"/>
            <a:ext cx="4489475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28" name="Text 105"/>
          <p:cNvSpPr/>
          <p:nvPr/>
        </p:nvSpPr>
        <p:spPr>
          <a:xfrm>
            <a:off x="7699325" y="5119688"/>
            <a:ext cx="3622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825" dirty="0"/>
          </a:p>
        </p:txBody>
      </p:sp>
      <p:sp>
        <p:nvSpPr>
          <p:cNvPr id="129" name="Text 106"/>
          <p:cNvSpPr/>
          <p:nvPr/>
        </p:nvSpPr>
        <p:spPr>
          <a:xfrm>
            <a:off x="7699325" y="5243513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125" dirty="0"/>
          </a:p>
        </p:txBody>
      </p:sp>
      <p:sp>
        <p:nvSpPr>
          <p:cNvPr id="130" name="Text 107"/>
          <p:cNvSpPr/>
          <p:nvPr/>
        </p:nvSpPr>
        <p:spPr>
          <a:xfrm>
            <a:off x="9709993" y="5119688"/>
            <a:ext cx="46784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측정</a:t>
            </a:r>
            <a:endParaRPr lang="en-US" sz="825" dirty="0"/>
          </a:p>
        </p:txBody>
      </p:sp>
      <p:sp>
        <p:nvSpPr>
          <p:cNvPr id="131" name="Text 108"/>
          <p:cNvSpPr/>
          <p:nvPr/>
        </p:nvSpPr>
        <p:spPr>
          <a:xfrm>
            <a:off x="9709993" y="5248275"/>
            <a:ext cx="467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전</a:t>
            </a:r>
            <a:endParaRPr lang="en-US" sz="1125" dirty="0"/>
          </a:p>
        </p:txBody>
      </p:sp>
      <p:sp>
        <p:nvSpPr>
          <p:cNvPr id="132" name="Text 109"/>
          <p:cNvSpPr/>
          <p:nvPr/>
        </p:nvSpPr>
        <p:spPr>
          <a:xfrm>
            <a:off x="11826255" y="5119688"/>
            <a:ext cx="4387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825" dirty="0"/>
          </a:p>
        </p:txBody>
      </p:sp>
      <p:sp>
        <p:nvSpPr>
          <p:cNvPr id="133" name="Text 110"/>
          <p:cNvSpPr/>
          <p:nvPr/>
        </p:nvSpPr>
        <p:spPr>
          <a:xfrm>
            <a:off x="11826255" y="5248275"/>
            <a:ext cx="4387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114300" y="68580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400" y="807244"/>
            <a:ext cx="537642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5" name="Text 9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267197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관제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26719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세션 진행 중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2514600" y="838200"/>
            <a:ext cx="14859000" cy="628650"/>
          </a:xfrm>
          <a:prstGeom prst="roundRect">
            <a:avLst>
              <a:gd name="adj" fmla="val 21212"/>
            </a:avLst>
          </a:prstGeom>
          <a:gradFill rotWithShape="1">
            <a:gsLst>
              <a:gs pos="0">
                <a:srgbClr val="FEF2F2">
                  <a:alpha val="100000"/>
                </a:srgbClr>
              </a:gs>
              <a:gs pos="100000">
                <a:srgbClr val="FFF5EC">
                  <a:alpha val="100000"/>
                </a:srgbClr>
              </a:gs>
            </a:gsLst>
            <a:lin ang="600000" scaled="0"/>
          </a:gradFill>
          <a:ln w="9525">
            <a:solidFill>
              <a:srgbClr val="F8D2C0"/>
            </a:solidFill>
            <a:prstDash val="solid"/>
          </a:ln>
        </p:spPr>
        <p:txBody>
          <a:bodyPr/>
          <a:p/>
        </p:txBody>
      </p:sp>
      <p:sp>
        <p:nvSpPr>
          <p:cNvPr id="51" name="Shape 36"/>
          <p:cNvSpPr/>
          <p:nvPr/>
        </p:nvSpPr>
        <p:spPr>
          <a:xfrm>
            <a:off x="2695575" y="9810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EE2E2"/>
          </a:solidFill>
          <a:ln/>
        </p:spPr>
        <p:txBody>
          <a:bodyPr/>
          <a:p/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781300" y="1066800"/>
            <a:ext cx="171450" cy="17145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3171825" y="1073944"/>
            <a:ext cx="1435581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· PACK-001 온도 임계값 초과</a:t>
            </a:r>
            <a:pPr algn="l" indent="0" marL="0">
              <a:buNone/>
            </a:pPr>
            <a:r>
              <a:rPr lang="en-US" sz="975" dirty="0">
                <a:solidFill>
                  <a:srgbClr val="8A6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57°C, 즉시 점검이 필요합니다.</a:t>
            </a:r>
            <a:endParaRPr lang="en-US" sz="1050" dirty="0"/>
          </a:p>
        </p:txBody>
      </p:sp>
      <p:sp>
        <p:nvSpPr>
          <p:cNvPr id="54" name="Shape 38"/>
          <p:cNvSpPr/>
          <p:nvPr/>
        </p:nvSpPr>
        <p:spPr>
          <a:xfrm>
            <a:off x="16355913" y="1000125"/>
            <a:ext cx="836712" cy="304800"/>
          </a:xfrm>
          <a:prstGeom prst="roundRect">
            <a:avLst>
              <a:gd name="adj" fmla="val 28125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5" name="Text 39"/>
          <p:cNvSpPr/>
          <p:nvPr/>
        </p:nvSpPr>
        <p:spPr>
          <a:xfrm>
            <a:off x="16489263" y="1076325"/>
            <a:ext cx="6462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차단</a:t>
            </a:r>
            <a:endParaRPr lang="en-US" sz="975" dirty="0"/>
          </a:p>
        </p:txBody>
      </p:sp>
      <p:sp>
        <p:nvSpPr>
          <p:cNvPr id="56" name="Shape 40"/>
          <p:cNvSpPr/>
          <p:nvPr/>
        </p:nvSpPr>
        <p:spPr>
          <a:xfrm>
            <a:off x="2514600" y="1638300"/>
            <a:ext cx="14859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7" name="Shape 41"/>
          <p:cNvSpPr/>
          <p:nvPr/>
        </p:nvSpPr>
        <p:spPr>
          <a:xfrm>
            <a:off x="2695575" y="1781175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1FF"/>
          </a:solidFill>
          <a:ln/>
        </p:spPr>
        <p:txBody>
          <a:bodyPr/>
          <a:p/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90825" y="1876425"/>
            <a:ext cx="190500" cy="190500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3209925" y="1826419"/>
            <a:ext cx="142780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</a:t>
            </a:r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연결됨 · 측정 중</a:t>
            </a:r>
            <a:endParaRPr lang="en-US" sz="1050" dirty="0"/>
          </a:p>
        </p:txBody>
      </p:sp>
      <p:sp>
        <p:nvSpPr>
          <p:cNvPr id="60" name="Text 43"/>
          <p:cNvSpPr/>
          <p:nvPr/>
        </p:nvSpPr>
        <p:spPr>
          <a:xfrm>
            <a:off x="3209925" y="1978819"/>
            <a:ext cx="1427804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3S · 한 번에 하나의 배터리만 연결됩니다.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16323320" y="1802606"/>
            <a:ext cx="869305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sp>
        <p:nvSpPr>
          <p:cNvPr id="62" name="Text 45"/>
          <p:cNvSpPr/>
          <p:nvPr/>
        </p:nvSpPr>
        <p:spPr>
          <a:xfrm>
            <a:off x="16475720" y="1897856"/>
            <a:ext cx="64070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변경</a:t>
            </a:r>
            <a:endParaRPr lang="en-US" sz="975" dirty="0"/>
          </a:p>
        </p:txBody>
      </p:sp>
      <p:sp>
        <p:nvSpPr>
          <p:cNvPr id="63" name="Text 46"/>
          <p:cNvSpPr/>
          <p:nvPr/>
        </p:nvSpPr>
        <p:spPr>
          <a:xfrm>
            <a:off x="2514600" y="2476500"/>
            <a:ext cx="610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추세</a:t>
            </a:r>
            <a:endParaRPr lang="en-US" sz="1125" dirty="0"/>
          </a:p>
        </p:txBody>
      </p:sp>
      <p:sp>
        <p:nvSpPr>
          <p:cNvPr id="64" name="Text 47"/>
          <p:cNvSpPr/>
          <p:nvPr/>
        </p:nvSpPr>
        <p:spPr>
          <a:xfrm>
            <a:off x="16529521" y="2488406"/>
            <a:ext cx="9202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추세 보기 →</a:t>
            </a:r>
            <a:endParaRPr lang="en-US" sz="975" dirty="0"/>
          </a:p>
        </p:txBody>
      </p:sp>
      <p:sp>
        <p:nvSpPr>
          <p:cNvPr id="65" name="Shape 48"/>
          <p:cNvSpPr/>
          <p:nvPr/>
        </p:nvSpPr>
        <p:spPr>
          <a:xfrm>
            <a:off x="2514600" y="2743200"/>
            <a:ext cx="36004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6" name="Text 49"/>
          <p:cNvSpPr/>
          <p:nvPr/>
        </p:nvSpPr>
        <p:spPr>
          <a:xfrm>
            <a:off x="2695575" y="2924175"/>
            <a:ext cx="4981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전압 (V)</a:t>
            </a:r>
            <a:endParaRPr lang="en-US" sz="975" dirty="0"/>
          </a:p>
        </p:txBody>
      </p:sp>
      <p:sp>
        <p:nvSpPr>
          <p:cNvPr id="67" name="Text 50"/>
          <p:cNvSpPr/>
          <p:nvPr/>
        </p:nvSpPr>
        <p:spPr>
          <a:xfrm>
            <a:off x="5736282" y="2928938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68" name="Text 51"/>
          <p:cNvSpPr/>
          <p:nvPr/>
        </p:nvSpPr>
        <p:spPr>
          <a:xfrm>
            <a:off x="2695575" y="3128963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11.95</a:t>
            </a:r>
            <a:endParaRPr lang="en-US" sz="225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695575" y="3514725"/>
            <a:ext cx="3238500" cy="285750"/>
          </a:xfrm>
          <a:prstGeom prst="rect">
            <a:avLst/>
          </a:prstGeom>
        </p:spPr>
      </p:pic>
      <p:sp>
        <p:nvSpPr>
          <p:cNvPr id="70" name="Shape 52"/>
          <p:cNvSpPr/>
          <p:nvPr/>
        </p:nvSpPr>
        <p:spPr>
          <a:xfrm>
            <a:off x="6267450" y="2743200"/>
            <a:ext cx="36004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1" name="Text 53"/>
          <p:cNvSpPr/>
          <p:nvPr/>
        </p:nvSpPr>
        <p:spPr>
          <a:xfrm>
            <a:off x="6448425" y="2924175"/>
            <a:ext cx="4981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전류 (A)</a:t>
            </a:r>
            <a:endParaRPr lang="en-US" sz="975" dirty="0"/>
          </a:p>
        </p:txBody>
      </p:sp>
      <p:sp>
        <p:nvSpPr>
          <p:cNvPr id="72" name="Text 54"/>
          <p:cNvSpPr/>
          <p:nvPr/>
        </p:nvSpPr>
        <p:spPr>
          <a:xfrm>
            <a:off x="9489132" y="2928938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73" name="Text 55"/>
          <p:cNvSpPr/>
          <p:nvPr/>
        </p:nvSpPr>
        <p:spPr>
          <a:xfrm>
            <a:off x="6448425" y="3128963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2250" dirty="0"/>
          </a:p>
        </p:txBody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448425" y="3514725"/>
            <a:ext cx="3238500" cy="285750"/>
          </a:xfrm>
          <a:prstGeom prst="rect">
            <a:avLst/>
          </a:prstGeom>
        </p:spPr>
      </p:pic>
      <p:sp>
        <p:nvSpPr>
          <p:cNvPr id="75" name="Shape 56"/>
          <p:cNvSpPr/>
          <p:nvPr/>
        </p:nvSpPr>
        <p:spPr>
          <a:xfrm>
            <a:off x="10020300" y="2743200"/>
            <a:ext cx="36004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F8D2C0"/>
            </a:solidFill>
            <a:prstDash val="solid"/>
          </a:ln>
        </p:spPr>
        <p:txBody>
          <a:bodyPr/>
          <a:p/>
        </p:txBody>
      </p:sp>
      <p:sp>
        <p:nvSpPr>
          <p:cNvPr id="76" name="Text 57"/>
          <p:cNvSpPr/>
          <p:nvPr/>
        </p:nvSpPr>
        <p:spPr>
          <a:xfrm>
            <a:off x="10201275" y="2924175"/>
            <a:ext cx="4905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(T)</a:t>
            </a:r>
            <a:endParaRPr lang="en-US" sz="975" dirty="0"/>
          </a:p>
        </p:txBody>
      </p:sp>
      <p:sp>
        <p:nvSpPr>
          <p:cNvPr id="77" name="Text 58"/>
          <p:cNvSpPr/>
          <p:nvPr/>
        </p:nvSpPr>
        <p:spPr>
          <a:xfrm>
            <a:off x="13098140" y="2926556"/>
            <a:ext cx="4178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경고</a:t>
            </a:r>
            <a:endParaRPr lang="en-US" sz="900" dirty="0"/>
          </a:p>
        </p:txBody>
      </p:sp>
      <p:sp>
        <p:nvSpPr>
          <p:cNvPr id="78" name="Text 59"/>
          <p:cNvSpPr/>
          <p:nvPr/>
        </p:nvSpPr>
        <p:spPr>
          <a:xfrm>
            <a:off x="10201275" y="3128963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57°</a:t>
            </a:r>
            <a:endParaRPr lang="en-US" sz="2250" dirty="0"/>
          </a:p>
        </p:txBody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201275" y="3514725"/>
            <a:ext cx="3238500" cy="285750"/>
          </a:xfrm>
          <a:prstGeom prst="rect">
            <a:avLst/>
          </a:prstGeom>
        </p:spPr>
      </p:pic>
      <p:sp>
        <p:nvSpPr>
          <p:cNvPr id="80" name="Shape 60"/>
          <p:cNvSpPr/>
          <p:nvPr/>
        </p:nvSpPr>
        <p:spPr>
          <a:xfrm>
            <a:off x="13773150" y="2743200"/>
            <a:ext cx="36004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81" name="Text 61"/>
          <p:cNvSpPr/>
          <p:nvPr/>
        </p:nvSpPr>
        <p:spPr>
          <a:xfrm>
            <a:off x="13954125" y="2924175"/>
            <a:ext cx="57068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(%)</a:t>
            </a:r>
            <a:endParaRPr lang="en-US" sz="975" dirty="0"/>
          </a:p>
        </p:txBody>
      </p:sp>
      <p:sp>
        <p:nvSpPr>
          <p:cNvPr id="82" name="Text 62"/>
          <p:cNvSpPr/>
          <p:nvPr/>
        </p:nvSpPr>
        <p:spPr>
          <a:xfrm>
            <a:off x="16994832" y="2928938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83" name="Text 63"/>
          <p:cNvSpPr/>
          <p:nvPr/>
        </p:nvSpPr>
        <p:spPr>
          <a:xfrm>
            <a:off x="13954125" y="3128963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2250" dirty="0"/>
          </a:p>
        </p:txBody>
      </p:sp>
      <p:pic>
        <p:nvPicPr>
          <p:cNvPr id="8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954125" y="3514725"/>
            <a:ext cx="3238500" cy="285750"/>
          </a:xfrm>
          <a:prstGeom prst="rect">
            <a:avLst/>
          </a:prstGeom>
        </p:spPr>
      </p:pic>
      <p:sp>
        <p:nvSpPr>
          <p:cNvPr id="85" name="Shape 64"/>
          <p:cNvSpPr/>
          <p:nvPr/>
        </p:nvSpPr>
        <p:spPr>
          <a:xfrm>
            <a:off x="2514600" y="4152900"/>
            <a:ext cx="9259639" cy="2962275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86" name="Text 65"/>
          <p:cNvSpPr/>
          <p:nvPr/>
        </p:nvSpPr>
        <p:spPr>
          <a:xfrm>
            <a:off x="2714625" y="4393406"/>
            <a:ext cx="1037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V·I·T·SOC 추세</a:t>
            </a:r>
            <a:endParaRPr lang="en-US" sz="1125" dirty="0"/>
          </a:p>
        </p:txBody>
      </p:sp>
      <p:sp>
        <p:nvSpPr>
          <p:cNvPr id="87" name="Text 66"/>
          <p:cNvSpPr/>
          <p:nvPr/>
        </p:nvSpPr>
        <p:spPr>
          <a:xfrm>
            <a:off x="3771379" y="4402931"/>
            <a:ext cx="6015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57°C</a:t>
            </a:r>
            <a:endParaRPr lang="en-US" sz="975" dirty="0"/>
          </a:p>
        </p:txBody>
      </p:sp>
      <p:sp>
        <p:nvSpPr>
          <p:cNvPr id="88" name="Shape 67"/>
          <p:cNvSpPr/>
          <p:nvPr/>
        </p:nvSpPr>
        <p:spPr>
          <a:xfrm>
            <a:off x="9657904" y="4352925"/>
            <a:ext cx="426169" cy="252413"/>
          </a:xfrm>
          <a:prstGeom prst="roundRect">
            <a:avLst>
              <a:gd name="adj" fmla="val 30189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89" name="Text 68"/>
          <p:cNvSpPr/>
          <p:nvPr/>
        </p:nvSpPr>
        <p:spPr>
          <a:xfrm>
            <a:off x="9772204" y="4410075"/>
            <a:ext cx="273769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전압</a:t>
            </a:r>
            <a:endParaRPr lang="en-US" sz="900" dirty="0"/>
          </a:p>
        </p:txBody>
      </p:sp>
      <p:sp>
        <p:nvSpPr>
          <p:cNvPr id="90" name="Shape 69"/>
          <p:cNvSpPr/>
          <p:nvPr/>
        </p:nvSpPr>
        <p:spPr>
          <a:xfrm>
            <a:off x="10141223" y="4352925"/>
            <a:ext cx="426169" cy="252413"/>
          </a:xfrm>
          <a:prstGeom prst="roundRect">
            <a:avLst>
              <a:gd name="adj" fmla="val 30189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91" name="Text 70"/>
          <p:cNvSpPr/>
          <p:nvPr/>
        </p:nvSpPr>
        <p:spPr>
          <a:xfrm>
            <a:off x="10255523" y="4410075"/>
            <a:ext cx="273769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전류</a:t>
            </a:r>
            <a:endParaRPr lang="en-US" sz="900" dirty="0"/>
          </a:p>
        </p:txBody>
      </p:sp>
      <p:sp>
        <p:nvSpPr>
          <p:cNvPr id="92" name="Shape 71"/>
          <p:cNvSpPr/>
          <p:nvPr/>
        </p:nvSpPr>
        <p:spPr>
          <a:xfrm>
            <a:off x="10624542" y="4352925"/>
            <a:ext cx="426169" cy="252413"/>
          </a:xfrm>
          <a:prstGeom prst="roundRect">
            <a:avLst>
              <a:gd name="adj" fmla="val 30189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93" name="Text 72"/>
          <p:cNvSpPr/>
          <p:nvPr/>
        </p:nvSpPr>
        <p:spPr>
          <a:xfrm>
            <a:off x="10738842" y="4410075"/>
            <a:ext cx="273769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</a:t>
            </a:r>
            <a:endParaRPr lang="en-US" sz="900" dirty="0"/>
          </a:p>
        </p:txBody>
      </p:sp>
      <p:sp>
        <p:nvSpPr>
          <p:cNvPr id="94" name="Shape 73"/>
          <p:cNvSpPr/>
          <p:nvPr/>
        </p:nvSpPr>
        <p:spPr>
          <a:xfrm>
            <a:off x="11107862" y="4352925"/>
            <a:ext cx="466353" cy="252413"/>
          </a:xfrm>
          <a:prstGeom prst="roundRect">
            <a:avLst>
              <a:gd name="adj" fmla="val 30189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95" name="Text 74"/>
          <p:cNvSpPr/>
          <p:nvPr/>
        </p:nvSpPr>
        <p:spPr>
          <a:xfrm>
            <a:off x="11222162" y="4410075"/>
            <a:ext cx="313953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900" dirty="0"/>
          </a:p>
        </p:txBody>
      </p:sp>
      <p:pic>
        <p:nvPicPr>
          <p:cNvPr id="96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714625" y="4738688"/>
            <a:ext cx="8859589" cy="1905000"/>
          </a:xfrm>
          <a:prstGeom prst="rect">
            <a:avLst/>
          </a:prstGeom>
        </p:spPr>
      </p:pic>
      <p:sp>
        <p:nvSpPr>
          <p:cNvPr id="97" name="Text 75"/>
          <p:cNvSpPr/>
          <p:nvPr/>
        </p:nvSpPr>
        <p:spPr>
          <a:xfrm>
            <a:off x="2714625" y="6777038"/>
            <a:ext cx="36224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900" dirty="0"/>
          </a:p>
        </p:txBody>
      </p:sp>
      <p:sp>
        <p:nvSpPr>
          <p:cNvPr id="98" name="Text 76"/>
          <p:cNvSpPr/>
          <p:nvPr/>
        </p:nvSpPr>
        <p:spPr>
          <a:xfrm>
            <a:off x="4448696" y="6777038"/>
            <a:ext cx="36224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900" dirty="0"/>
          </a:p>
        </p:txBody>
      </p:sp>
      <p:sp>
        <p:nvSpPr>
          <p:cNvPr id="99" name="Text 77"/>
          <p:cNvSpPr/>
          <p:nvPr/>
        </p:nvSpPr>
        <p:spPr>
          <a:xfrm>
            <a:off x="6182767" y="6777038"/>
            <a:ext cx="35376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900" dirty="0"/>
          </a:p>
        </p:txBody>
      </p:sp>
      <p:sp>
        <p:nvSpPr>
          <p:cNvPr id="100" name="Text 78"/>
          <p:cNvSpPr/>
          <p:nvPr/>
        </p:nvSpPr>
        <p:spPr>
          <a:xfrm>
            <a:off x="7908280" y="6777038"/>
            <a:ext cx="36224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900" dirty="0"/>
          </a:p>
        </p:txBody>
      </p:sp>
      <p:sp>
        <p:nvSpPr>
          <p:cNvPr id="101" name="Text 79"/>
          <p:cNvSpPr/>
          <p:nvPr/>
        </p:nvSpPr>
        <p:spPr>
          <a:xfrm>
            <a:off x="9642351" y="6777038"/>
            <a:ext cx="36224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900" dirty="0"/>
          </a:p>
        </p:txBody>
      </p:sp>
      <p:sp>
        <p:nvSpPr>
          <p:cNvPr id="102" name="Text 80"/>
          <p:cNvSpPr/>
          <p:nvPr/>
        </p:nvSpPr>
        <p:spPr>
          <a:xfrm>
            <a:off x="11376422" y="6777038"/>
            <a:ext cx="27399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900" dirty="0"/>
          </a:p>
        </p:txBody>
      </p:sp>
      <p:sp>
        <p:nvSpPr>
          <p:cNvPr id="103" name="Shape 81"/>
          <p:cNvSpPr/>
          <p:nvPr/>
        </p:nvSpPr>
        <p:spPr>
          <a:xfrm>
            <a:off x="11926639" y="4152900"/>
            <a:ext cx="5446961" cy="2962275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04" name="Text 82"/>
          <p:cNvSpPr/>
          <p:nvPr/>
        </p:nvSpPr>
        <p:spPr>
          <a:xfrm>
            <a:off x="12126664" y="4352925"/>
            <a:ext cx="8574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이상점수</a:t>
            </a:r>
            <a:endParaRPr lang="en-US" sz="1125" dirty="0"/>
          </a:p>
        </p:txBody>
      </p:sp>
      <p:sp>
        <p:nvSpPr>
          <p:cNvPr id="105" name="Text 83"/>
          <p:cNvSpPr/>
          <p:nvPr/>
        </p:nvSpPr>
        <p:spPr>
          <a:xfrm>
            <a:off x="16619116" y="4369594"/>
            <a:ext cx="63065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 →</a:t>
            </a:r>
            <a:endParaRPr lang="en-US" sz="900" dirty="0"/>
          </a:p>
        </p:txBody>
      </p:sp>
      <p:pic>
        <p:nvPicPr>
          <p:cNvPr id="106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3697620" y="4695825"/>
            <a:ext cx="1905000" cy="1066800"/>
          </a:xfrm>
          <a:prstGeom prst="rect">
            <a:avLst/>
          </a:prstGeom>
        </p:spPr>
      </p:pic>
      <p:sp>
        <p:nvSpPr>
          <p:cNvPr id="107" name="Text 84"/>
          <p:cNvSpPr/>
          <p:nvPr/>
        </p:nvSpPr>
        <p:spPr>
          <a:xfrm>
            <a:off x="13602370" y="5038725"/>
            <a:ext cx="20955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99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3300" dirty="0"/>
          </a:p>
        </p:txBody>
      </p:sp>
      <p:sp>
        <p:nvSpPr>
          <p:cNvPr id="108" name="Text 85"/>
          <p:cNvSpPr/>
          <p:nvPr/>
        </p:nvSpPr>
        <p:spPr>
          <a:xfrm>
            <a:off x="13602370" y="5524500"/>
            <a:ext cx="20955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900" dirty="0"/>
          </a:p>
        </p:txBody>
      </p:sp>
      <p:sp>
        <p:nvSpPr>
          <p:cNvPr id="109" name="Shape 86"/>
          <p:cNvSpPr/>
          <p:nvPr/>
        </p:nvSpPr>
        <p:spPr>
          <a:xfrm>
            <a:off x="12126664" y="5948363"/>
            <a:ext cx="1644179" cy="242888"/>
          </a:xfrm>
          <a:prstGeom prst="roundRect">
            <a:avLst>
              <a:gd name="adj" fmla="val 31372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110" name="Text 87"/>
          <p:cNvSpPr/>
          <p:nvPr/>
        </p:nvSpPr>
        <p:spPr>
          <a:xfrm>
            <a:off x="12088564" y="6005513"/>
            <a:ext cx="172037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0–39</a:t>
            </a:r>
            <a:endParaRPr lang="en-US" sz="825" dirty="0"/>
          </a:p>
        </p:txBody>
      </p:sp>
      <p:sp>
        <p:nvSpPr>
          <p:cNvPr id="111" name="Shape 88"/>
          <p:cNvSpPr/>
          <p:nvPr/>
        </p:nvSpPr>
        <p:spPr>
          <a:xfrm>
            <a:off x="13827993" y="5948363"/>
            <a:ext cx="1644253" cy="242888"/>
          </a:xfrm>
          <a:prstGeom prst="roundRect">
            <a:avLst>
              <a:gd name="adj" fmla="val 31372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112" name="Text 89"/>
          <p:cNvSpPr/>
          <p:nvPr/>
        </p:nvSpPr>
        <p:spPr>
          <a:xfrm>
            <a:off x="13789893" y="6005513"/>
            <a:ext cx="17204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40–69</a:t>
            </a:r>
            <a:endParaRPr lang="en-US" sz="825" dirty="0"/>
          </a:p>
        </p:txBody>
      </p:sp>
      <p:sp>
        <p:nvSpPr>
          <p:cNvPr id="113" name="Shape 90"/>
          <p:cNvSpPr/>
          <p:nvPr/>
        </p:nvSpPr>
        <p:spPr>
          <a:xfrm>
            <a:off x="15529396" y="5948363"/>
            <a:ext cx="1644179" cy="242888"/>
          </a:xfrm>
          <a:prstGeom prst="roundRect">
            <a:avLst>
              <a:gd name="adj" fmla="val 31372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114" name="Text 91"/>
          <p:cNvSpPr/>
          <p:nvPr/>
        </p:nvSpPr>
        <p:spPr>
          <a:xfrm>
            <a:off x="15491296" y="6005513"/>
            <a:ext cx="172037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70+</a:t>
            </a:r>
            <a:endParaRPr lang="en-US" sz="825" dirty="0"/>
          </a:p>
        </p:txBody>
      </p:sp>
      <p:sp>
        <p:nvSpPr>
          <p:cNvPr id="115" name="Shape 92"/>
          <p:cNvSpPr/>
          <p:nvPr/>
        </p:nvSpPr>
        <p:spPr>
          <a:xfrm>
            <a:off x="2514600" y="7286625"/>
            <a:ext cx="14859000" cy="2562225"/>
          </a:xfrm>
          <a:prstGeom prst="roundRect">
            <a:avLst>
              <a:gd name="adj" fmla="val 594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pic>
        <p:nvPicPr>
          <p:cNvPr id="116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714625" y="7486650"/>
            <a:ext cx="171450" cy="171450"/>
          </a:xfrm>
          <a:prstGeom prst="rect">
            <a:avLst/>
          </a:prstGeom>
        </p:spPr>
      </p:pic>
      <p:sp>
        <p:nvSpPr>
          <p:cNvPr id="117" name="Text 93"/>
          <p:cNvSpPr/>
          <p:nvPr/>
        </p:nvSpPr>
        <p:spPr>
          <a:xfrm>
            <a:off x="2962275" y="7486650"/>
            <a:ext cx="5706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125" dirty="0"/>
          </a:p>
        </p:txBody>
      </p:sp>
      <p:sp>
        <p:nvSpPr>
          <p:cNvPr id="118" name="Text 94"/>
          <p:cNvSpPr/>
          <p:nvPr/>
        </p:nvSpPr>
        <p:spPr>
          <a:xfrm>
            <a:off x="16716077" y="7498556"/>
            <a:ext cx="5336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보기</a:t>
            </a:r>
            <a:endParaRPr lang="en-US" sz="975" dirty="0"/>
          </a:p>
        </p:txBody>
      </p:sp>
      <p:sp>
        <p:nvSpPr>
          <p:cNvPr id="119" name="Shape 95"/>
          <p:cNvSpPr/>
          <p:nvPr/>
        </p:nvSpPr>
        <p:spPr>
          <a:xfrm>
            <a:off x="2714625" y="8315325"/>
            <a:ext cx="14458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20" name="Shape 96"/>
          <p:cNvSpPr/>
          <p:nvPr/>
        </p:nvSpPr>
        <p:spPr>
          <a:xfrm>
            <a:off x="2714625" y="7886700"/>
            <a:ext cx="352723" cy="185738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121" name="Text 97"/>
          <p:cNvSpPr/>
          <p:nvPr/>
        </p:nvSpPr>
        <p:spPr>
          <a:xfrm>
            <a:off x="2800350" y="7915275"/>
            <a:ext cx="2574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</a:t>
            </a:r>
            <a:endParaRPr lang="en-US" sz="825" dirty="0"/>
          </a:p>
        </p:txBody>
      </p:sp>
      <p:sp>
        <p:nvSpPr>
          <p:cNvPr id="122" name="Text 98"/>
          <p:cNvSpPr/>
          <p:nvPr/>
        </p:nvSpPr>
        <p:spPr>
          <a:xfrm>
            <a:off x="3181648" y="7886700"/>
            <a:ext cx="1509054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펌웨어 v5.2 긴급 업데이트 안내</a:t>
            </a:r>
            <a:endParaRPr lang="en-US" sz="1050" dirty="0"/>
          </a:p>
        </p:txBody>
      </p:sp>
      <p:sp>
        <p:nvSpPr>
          <p:cNvPr id="123" name="Text 99"/>
          <p:cNvSpPr/>
          <p:nvPr/>
        </p:nvSpPr>
        <p:spPr>
          <a:xfrm>
            <a:off x="3181648" y="8062913"/>
            <a:ext cx="1509054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인터락 안정성 개선 — 7/5 02:00 자동 반영</a:t>
            </a:r>
            <a:endParaRPr lang="en-US" sz="900" dirty="0"/>
          </a:p>
        </p:txBody>
      </p:sp>
      <p:sp>
        <p:nvSpPr>
          <p:cNvPr id="124" name="Text 100"/>
          <p:cNvSpPr/>
          <p:nvPr/>
        </p:nvSpPr>
        <p:spPr>
          <a:xfrm>
            <a:off x="17014627" y="7886700"/>
            <a:ext cx="2351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</a:t>
            </a:r>
            <a:endParaRPr lang="en-US" sz="900" dirty="0"/>
          </a:p>
        </p:txBody>
      </p:sp>
      <p:sp>
        <p:nvSpPr>
          <p:cNvPr id="125" name="Shape 101"/>
          <p:cNvSpPr/>
          <p:nvPr/>
        </p:nvSpPr>
        <p:spPr>
          <a:xfrm>
            <a:off x="2714625" y="8982075"/>
            <a:ext cx="14458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26" name="Shape 102"/>
          <p:cNvSpPr/>
          <p:nvPr/>
        </p:nvSpPr>
        <p:spPr>
          <a:xfrm>
            <a:off x="2714625" y="8553450"/>
            <a:ext cx="352723" cy="18573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  <p:txBody>
          <a:bodyPr/>
          <a:p/>
        </p:txBody>
      </p:sp>
      <p:sp>
        <p:nvSpPr>
          <p:cNvPr id="127" name="Text 103"/>
          <p:cNvSpPr/>
          <p:nvPr/>
        </p:nvSpPr>
        <p:spPr>
          <a:xfrm>
            <a:off x="2800350" y="8582025"/>
            <a:ext cx="2574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</a:t>
            </a:r>
            <a:endParaRPr lang="en-US" sz="825" dirty="0"/>
          </a:p>
        </p:txBody>
      </p:sp>
      <p:sp>
        <p:nvSpPr>
          <p:cNvPr id="128" name="Text 104"/>
          <p:cNvSpPr/>
          <p:nvPr/>
        </p:nvSpPr>
        <p:spPr>
          <a:xfrm>
            <a:off x="3181648" y="8553450"/>
            <a:ext cx="150206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정기 서버 점검 (무중단)</a:t>
            </a:r>
            <a:endParaRPr lang="en-US" sz="1050" dirty="0"/>
          </a:p>
        </p:txBody>
      </p:sp>
      <p:sp>
        <p:nvSpPr>
          <p:cNvPr id="129" name="Text 105"/>
          <p:cNvSpPr/>
          <p:nvPr/>
        </p:nvSpPr>
        <p:spPr>
          <a:xfrm>
            <a:off x="3181648" y="8729663"/>
            <a:ext cx="150206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 00:00~04:00 · WebSocket 순단 가능성 안내</a:t>
            </a:r>
            <a:endParaRPr lang="en-US" sz="900" dirty="0"/>
          </a:p>
        </p:txBody>
      </p:sp>
      <p:sp>
        <p:nvSpPr>
          <p:cNvPr id="130" name="Text 106"/>
          <p:cNvSpPr/>
          <p:nvPr/>
        </p:nvSpPr>
        <p:spPr>
          <a:xfrm>
            <a:off x="16951077" y="8553450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</a:t>
            </a:r>
            <a:endParaRPr lang="en-US" sz="900" dirty="0"/>
          </a:p>
        </p:txBody>
      </p:sp>
      <p:sp>
        <p:nvSpPr>
          <p:cNvPr id="131" name="Shape 107"/>
          <p:cNvSpPr/>
          <p:nvPr/>
        </p:nvSpPr>
        <p:spPr>
          <a:xfrm>
            <a:off x="2714625" y="9220200"/>
            <a:ext cx="352723" cy="185738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132" name="Text 108"/>
          <p:cNvSpPr/>
          <p:nvPr/>
        </p:nvSpPr>
        <p:spPr>
          <a:xfrm>
            <a:off x="2800350" y="9248775"/>
            <a:ext cx="2574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825" dirty="0"/>
          </a:p>
        </p:txBody>
      </p:sp>
      <p:sp>
        <p:nvSpPr>
          <p:cNvPr id="133" name="Text 109"/>
          <p:cNvSpPr/>
          <p:nvPr/>
        </p:nvSpPr>
        <p:spPr>
          <a:xfrm>
            <a:off x="3181648" y="9220200"/>
            <a:ext cx="150206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근거(XAI) 패널 정식 오픈</a:t>
            </a:r>
            <a:endParaRPr lang="en-US" sz="1050" dirty="0"/>
          </a:p>
        </p:txBody>
      </p:sp>
      <p:sp>
        <p:nvSpPr>
          <p:cNvPr id="134" name="Text 110"/>
          <p:cNvSpPr/>
          <p:nvPr/>
        </p:nvSpPr>
        <p:spPr>
          <a:xfrm>
            <a:off x="3181648" y="9396413"/>
            <a:ext cx="1502064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 화면에서 기여 특징을 확인하세요.</a:t>
            </a:r>
            <a:endParaRPr lang="en-US" sz="900" dirty="0"/>
          </a:p>
        </p:txBody>
      </p:sp>
      <p:sp>
        <p:nvSpPr>
          <p:cNvPr id="135" name="Text 111"/>
          <p:cNvSpPr/>
          <p:nvPr/>
        </p:nvSpPr>
        <p:spPr>
          <a:xfrm>
            <a:off x="16951077" y="9220200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1" name="Text 19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2" name="Text 20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3" name="Text 21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028950" y="133350"/>
            <a:ext cx="1418883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상세 / 이력</a:t>
            </a:r>
            <a:endParaRPr lang="en-US" sz="1275" dirty="0"/>
          </a:p>
        </p:txBody>
      </p:sp>
      <p:sp>
        <p:nvSpPr>
          <p:cNvPr id="40" name="Text 27"/>
          <p:cNvSpPr/>
          <p:nvPr/>
        </p:nvSpPr>
        <p:spPr>
          <a:xfrm>
            <a:off x="3028950" y="328613"/>
            <a:ext cx="1418883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과거 측정 세션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30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7" name="Shape 32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8" name="Text 33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14600" y="840581"/>
            <a:ext cx="142875" cy="142875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2714625" y="838200"/>
            <a:ext cx="8547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자산으로</a:t>
            </a:r>
            <a:endParaRPr lang="en-US" sz="975" dirty="0"/>
          </a:p>
        </p:txBody>
      </p:sp>
      <p:sp>
        <p:nvSpPr>
          <p:cNvPr id="51" name="Shape 35"/>
          <p:cNvSpPr/>
          <p:nvPr/>
        </p:nvSpPr>
        <p:spPr>
          <a:xfrm>
            <a:off x="2514600" y="1157288"/>
            <a:ext cx="148590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2" name="Shape 36"/>
          <p:cNvSpPr/>
          <p:nvPr/>
        </p:nvSpPr>
        <p:spPr>
          <a:xfrm>
            <a:off x="2733675" y="137636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/>
        </p:spPr>
        <p:txBody>
          <a:bodyPr/>
          <a:p/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867025" y="1509713"/>
            <a:ext cx="266700" cy="26670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3457575" y="1438275"/>
            <a:ext cx="11264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과거 측정 세션</a:t>
            </a:r>
            <a:endParaRPr lang="en-US" sz="1500" dirty="0"/>
          </a:p>
        </p:txBody>
      </p:sp>
      <p:sp>
        <p:nvSpPr>
          <p:cNvPr id="55" name="Text 38"/>
          <p:cNvSpPr/>
          <p:nvPr/>
        </p:nvSpPr>
        <p:spPr>
          <a:xfrm>
            <a:off x="3457575" y="1695450"/>
            <a:ext cx="11264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battery_id · a7f3c9-… · 소유자 홍길동</a:t>
            </a:r>
            <a:endParaRPr lang="en-US" sz="975" dirty="0"/>
          </a:p>
        </p:txBody>
      </p:sp>
      <p:sp>
        <p:nvSpPr>
          <p:cNvPr id="56" name="Shape 39"/>
          <p:cNvSpPr/>
          <p:nvPr/>
        </p:nvSpPr>
        <p:spPr>
          <a:xfrm>
            <a:off x="13888938" y="1516856"/>
            <a:ext cx="821010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7" name="Text 40"/>
          <p:cNvSpPr/>
          <p:nvPr/>
        </p:nvSpPr>
        <p:spPr>
          <a:xfrm>
            <a:off x="14003238" y="1574006"/>
            <a:ext cx="66861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1 · 내장</a:t>
            </a:r>
            <a:endParaRPr lang="en-US" sz="900" dirty="0"/>
          </a:p>
        </p:txBody>
      </p:sp>
      <p:sp>
        <p:nvSpPr>
          <p:cNvPr id="58" name="Shape 41"/>
          <p:cNvSpPr/>
          <p:nvPr/>
        </p:nvSpPr>
        <p:spPr>
          <a:xfrm>
            <a:off x="14786149" y="1516856"/>
            <a:ext cx="624111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9" name="Text 42"/>
          <p:cNvSpPr/>
          <p:nvPr/>
        </p:nvSpPr>
        <p:spPr>
          <a:xfrm>
            <a:off x="14900449" y="1574006"/>
            <a:ext cx="471711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리튬이온</a:t>
            </a:r>
            <a:endParaRPr lang="en-US" sz="900" dirty="0"/>
          </a:p>
        </p:txBody>
      </p:sp>
      <p:sp>
        <p:nvSpPr>
          <p:cNvPr id="60" name="Shape 43"/>
          <p:cNvSpPr/>
          <p:nvPr/>
        </p:nvSpPr>
        <p:spPr>
          <a:xfrm>
            <a:off x="15486459" y="1516856"/>
            <a:ext cx="368424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1" name="Text 44"/>
          <p:cNvSpPr/>
          <p:nvPr/>
        </p:nvSpPr>
        <p:spPr>
          <a:xfrm>
            <a:off x="15600759" y="1574006"/>
            <a:ext cx="216024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16045383" y="1459706"/>
            <a:ext cx="1109142" cy="366713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63" name="Text 46"/>
          <p:cNvSpPr/>
          <p:nvPr/>
        </p:nvSpPr>
        <p:spPr>
          <a:xfrm>
            <a:off x="16216833" y="1564481"/>
            <a:ext cx="8424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배터리 측정</a:t>
            </a:r>
            <a:endParaRPr lang="en-US" sz="1050" dirty="0"/>
          </a:p>
        </p:txBody>
      </p:sp>
      <p:sp>
        <p:nvSpPr>
          <p:cNvPr id="64" name="Shape 47"/>
          <p:cNvSpPr/>
          <p:nvPr/>
        </p:nvSpPr>
        <p:spPr>
          <a:xfrm>
            <a:off x="2514600" y="2300288"/>
            <a:ext cx="9804350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5" name="Text 48"/>
          <p:cNvSpPr/>
          <p:nvPr/>
        </p:nvSpPr>
        <p:spPr>
          <a:xfrm>
            <a:off x="2714625" y="2500313"/>
            <a:ext cx="103447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 추세 (최근 30일)</a:t>
            </a:r>
            <a:endParaRPr lang="en-US" sz="1125" dirty="0"/>
          </a:p>
        </p:txBody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714625" y="2805113"/>
            <a:ext cx="9404300" cy="1428750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2714625" y="4367213"/>
            <a:ext cx="2351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</a:t>
            </a:r>
            <a:endParaRPr lang="en-US" sz="900" dirty="0"/>
          </a:p>
        </p:txBody>
      </p:sp>
      <p:sp>
        <p:nvSpPr>
          <p:cNvPr id="68" name="Text 50"/>
          <p:cNvSpPr/>
          <p:nvPr/>
        </p:nvSpPr>
        <p:spPr>
          <a:xfrm>
            <a:off x="4978301" y="4367213"/>
            <a:ext cx="2351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900" dirty="0"/>
          </a:p>
        </p:txBody>
      </p:sp>
      <p:sp>
        <p:nvSpPr>
          <p:cNvPr id="69" name="Text 51"/>
          <p:cNvSpPr/>
          <p:nvPr/>
        </p:nvSpPr>
        <p:spPr>
          <a:xfrm>
            <a:off x="7241977" y="4367213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6/15</a:t>
            </a:r>
            <a:endParaRPr lang="en-US" sz="900" dirty="0"/>
          </a:p>
        </p:txBody>
      </p:sp>
      <p:sp>
        <p:nvSpPr>
          <p:cNvPr id="70" name="Text 52"/>
          <p:cNvSpPr/>
          <p:nvPr/>
        </p:nvSpPr>
        <p:spPr>
          <a:xfrm>
            <a:off x="9569202" y="4367213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6/22</a:t>
            </a:r>
            <a:endParaRPr lang="en-US" sz="900" dirty="0"/>
          </a:p>
        </p:txBody>
      </p:sp>
      <p:sp>
        <p:nvSpPr>
          <p:cNvPr id="71" name="Text 53"/>
          <p:cNvSpPr/>
          <p:nvPr/>
        </p:nvSpPr>
        <p:spPr>
          <a:xfrm>
            <a:off x="11896427" y="4367213"/>
            <a:ext cx="298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900" dirty="0"/>
          </a:p>
        </p:txBody>
      </p:sp>
      <p:sp>
        <p:nvSpPr>
          <p:cNvPr id="72" name="Shape 54"/>
          <p:cNvSpPr/>
          <p:nvPr/>
        </p:nvSpPr>
        <p:spPr>
          <a:xfrm>
            <a:off x="12471350" y="2300288"/>
            <a:ext cx="4902250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3" name="Text 55"/>
          <p:cNvSpPr/>
          <p:nvPr/>
        </p:nvSpPr>
        <p:spPr>
          <a:xfrm>
            <a:off x="12671375" y="2500313"/>
            <a:ext cx="49524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/ RUL 건강도</a:t>
            </a:r>
            <a:endParaRPr lang="en-US" sz="1125" dirty="0"/>
          </a:p>
        </p:txBody>
      </p:sp>
      <p:sp>
        <p:nvSpPr>
          <p:cNvPr id="74" name="Text 56"/>
          <p:cNvSpPr/>
          <p:nvPr/>
        </p:nvSpPr>
        <p:spPr>
          <a:xfrm>
            <a:off x="12671375" y="2805113"/>
            <a:ext cx="9242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(건강 상태)</a:t>
            </a:r>
            <a:endParaRPr lang="en-US" sz="975" dirty="0"/>
          </a:p>
        </p:txBody>
      </p:sp>
      <p:sp>
        <p:nvSpPr>
          <p:cNvPr id="75" name="Text 57"/>
          <p:cNvSpPr/>
          <p:nvPr/>
        </p:nvSpPr>
        <p:spPr>
          <a:xfrm>
            <a:off x="16925702" y="2805113"/>
            <a:ext cx="3240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975" dirty="0"/>
          </a:p>
        </p:txBody>
      </p:sp>
      <p:sp>
        <p:nvSpPr>
          <p:cNvPr id="76" name="Shape 58"/>
          <p:cNvSpPr/>
          <p:nvPr/>
        </p:nvSpPr>
        <p:spPr>
          <a:xfrm>
            <a:off x="12671375" y="3014663"/>
            <a:ext cx="450220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7" name="Shape 59"/>
          <p:cNvSpPr/>
          <p:nvPr/>
        </p:nvSpPr>
        <p:spPr>
          <a:xfrm>
            <a:off x="12671375" y="3014663"/>
            <a:ext cx="4141961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78" name="Text 60"/>
          <p:cNvSpPr/>
          <p:nvPr/>
        </p:nvSpPr>
        <p:spPr>
          <a:xfrm>
            <a:off x="12671375" y="3224213"/>
            <a:ext cx="8646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 (잔존수명)</a:t>
            </a:r>
            <a:endParaRPr lang="en-US" sz="975" dirty="0"/>
          </a:p>
        </p:txBody>
      </p:sp>
      <p:sp>
        <p:nvSpPr>
          <p:cNvPr id="79" name="Text 61"/>
          <p:cNvSpPr/>
          <p:nvPr/>
        </p:nvSpPr>
        <p:spPr>
          <a:xfrm>
            <a:off x="16504518" y="3224213"/>
            <a:ext cx="7452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480 사이클</a:t>
            </a:r>
            <a:endParaRPr lang="en-US" sz="975" dirty="0"/>
          </a:p>
        </p:txBody>
      </p:sp>
      <p:sp>
        <p:nvSpPr>
          <p:cNvPr id="80" name="Shape 62"/>
          <p:cNvSpPr/>
          <p:nvPr/>
        </p:nvSpPr>
        <p:spPr>
          <a:xfrm>
            <a:off x="12671375" y="3433763"/>
            <a:ext cx="450220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1" name="Shape 63"/>
          <p:cNvSpPr/>
          <p:nvPr/>
        </p:nvSpPr>
        <p:spPr>
          <a:xfrm>
            <a:off x="12671375" y="3433763"/>
            <a:ext cx="3061469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2" name="Shape 64"/>
          <p:cNvSpPr/>
          <p:nvPr/>
        </p:nvSpPr>
        <p:spPr>
          <a:xfrm>
            <a:off x="12671375" y="3643313"/>
            <a:ext cx="4502200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3" name="Text 65"/>
          <p:cNvSpPr/>
          <p:nvPr/>
        </p:nvSpPr>
        <p:spPr>
          <a:xfrm>
            <a:off x="12671375" y="3767138"/>
            <a:ext cx="6462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사이클</a:t>
            </a:r>
            <a:endParaRPr lang="en-US" sz="975" dirty="0"/>
          </a:p>
        </p:txBody>
      </p:sp>
      <p:sp>
        <p:nvSpPr>
          <p:cNvPr id="84" name="Text 66"/>
          <p:cNvSpPr/>
          <p:nvPr/>
        </p:nvSpPr>
        <p:spPr>
          <a:xfrm>
            <a:off x="16966927" y="3767138"/>
            <a:ext cx="2828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975" dirty="0"/>
          </a:p>
        </p:txBody>
      </p:sp>
      <p:sp>
        <p:nvSpPr>
          <p:cNvPr id="85" name="Text 67"/>
          <p:cNvSpPr/>
          <p:nvPr/>
        </p:nvSpPr>
        <p:spPr>
          <a:xfrm>
            <a:off x="12671375" y="4052888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저항</a:t>
            </a:r>
            <a:endParaRPr lang="en-US" sz="975" dirty="0"/>
          </a:p>
        </p:txBody>
      </p:sp>
      <p:sp>
        <p:nvSpPr>
          <p:cNvPr id="86" name="Text 68"/>
          <p:cNvSpPr/>
          <p:nvPr/>
        </p:nvSpPr>
        <p:spPr>
          <a:xfrm>
            <a:off x="16702460" y="4052888"/>
            <a:ext cx="5473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 mΩ</a:t>
            </a:r>
            <a:endParaRPr lang="en-US" sz="975" dirty="0"/>
          </a:p>
        </p:txBody>
      </p:sp>
      <p:sp>
        <p:nvSpPr>
          <p:cNvPr id="87" name="Shape 69"/>
          <p:cNvSpPr/>
          <p:nvPr/>
        </p:nvSpPr>
        <p:spPr>
          <a:xfrm>
            <a:off x="2514600" y="4872038"/>
            <a:ext cx="14859000" cy="56769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88" name="Text 70"/>
          <p:cNvSpPr/>
          <p:nvPr/>
        </p:nvSpPr>
        <p:spPr>
          <a:xfrm>
            <a:off x="2714625" y="5157788"/>
            <a:ext cx="10377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V·I·T·SOC 추세</a:t>
            </a:r>
            <a:endParaRPr lang="en-US" sz="1125" dirty="0"/>
          </a:p>
        </p:txBody>
      </p:sp>
      <p:sp>
        <p:nvSpPr>
          <p:cNvPr id="89" name="Shape 71"/>
          <p:cNvSpPr/>
          <p:nvPr/>
        </p:nvSpPr>
        <p:spPr>
          <a:xfrm>
            <a:off x="15524411" y="5072063"/>
            <a:ext cx="1649164" cy="342900"/>
          </a:xfrm>
          <a:prstGeom prst="roundRect">
            <a:avLst>
              <a:gd name="adj" fmla="val 27778"/>
            </a:avLst>
          </a:prstGeom>
          <a:solidFill>
            <a:srgbClr val="F4F1EB"/>
          </a:solidFill>
          <a:ln/>
        </p:spPr>
        <p:txBody>
          <a:bodyPr/>
          <a:p/>
        </p:txBody>
      </p:sp>
      <p:sp>
        <p:nvSpPr>
          <p:cNvPr id="90" name="Text 72"/>
          <p:cNvSpPr/>
          <p:nvPr/>
        </p:nvSpPr>
        <p:spPr>
          <a:xfrm>
            <a:off x="15676811" y="5167313"/>
            <a:ext cx="428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</a:t>
            </a:r>
            <a:endParaRPr lang="en-US" sz="975" dirty="0"/>
          </a:p>
        </p:txBody>
      </p:sp>
      <p:sp>
        <p:nvSpPr>
          <p:cNvPr id="91" name="Shape 73"/>
          <p:cNvSpPr/>
          <p:nvPr/>
        </p:nvSpPr>
        <p:spPr>
          <a:xfrm>
            <a:off x="16200239" y="5110163"/>
            <a:ext cx="404589" cy="2667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Text 74"/>
          <p:cNvSpPr/>
          <p:nvPr/>
        </p:nvSpPr>
        <p:spPr>
          <a:xfrm>
            <a:off x="16314539" y="5167313"/>
            <a:ext cx="2521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975" dirty="0"/>
          </a:p>
        </p:txBody>
      </p:sp>
      <p:sp>
        <p:nvSpPr>
          <p:cNvPr id="93" name="Text 75"/>
          <p:cNvSpPr/>
          <p:nvPr/>
        </p:nvSpPr>
        <p:spPr>
          <a:xfrm>
            <a:off x="16776278" y="5167313"/>
            <a:ext cx="3210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</a:t>
            </a:r>
            <a:endParaRPr lang="en-US" sz="975" dirty="0"/>
          </a:p>
        </p:txBody>
      </p:sp>
      <p:sp>
        <p:nvSpPr>
          <p:cNvPr id="94" name="Shape 76"/>
          <p:cNvSpPr/>
          <p:nvPr/>
        </p:nvSpPr>
        <p:spPr>
          <a:xfrm>
            <a:off x="2714625" y="5567363"/>
            <a:ext cx="7153275" cy="2314575"/>
          </a:xfrm>
          <a:prstGeom prst="roundRect">
            <a:avLst>
              <a:gd name="adj" fmla="val 5761"/>
            </a:avLst>
          </a:prstGeom>
          <a:ln w="9525">
            <a:solidFill>
              <a:srgbClr val="F0ECE4"/>
            </a:solidFill>
            <a:prstDash val="solid"/>
          </a:ln>
        </p:spPr>
        <p:txBody>
          <a:bodyPr/>
          <a:p/>
        </p:txBody>
      </p:sp>
      <p:sp>
        <p:nvSpPr>
          <p:cNvPr id="95" name="Shape 77"/>
          <p:cNvSpPr/>
          <p:nvPr/>
        </p:nvSpPr>
        <p:spPr>
          <a:xfrm>
            <a:off x="2876550" y="5765006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96" name="Text 78"/>
          <p:cNvSpPr/>
          <p:nvPr/>
        </p:nvSpPr>
        <p:spPr>
          <a:xfrm>
            <a:off x="3057525" y="5738813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전압</a:t>
            </a:r>
            <a:endParaRPr lang="en-US" sz="1050" dirty="0"/>
          </a:p>
        </p:txBody>
      </p:sp>
      <p:sp>
        <p:nvSpPr>
          <p:cNvPr id="97" name="Text 79"/>
          <p:cNvSpPr/>
          <p:nvPr/>
        </p:nvSpPr>
        <p:spPr>
          <a:xfrm>
            <a:off x="9222953" y="5729288"/>
            <a:ext cx="55922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10.64V</a:t>
            </a:r>
            <a:endParaRPr lang="en-US" sz="1200" dirty="0"/>
          </a:p>
        </p:txBody>
      </p:sp>
      <p:sp>
        <p:nvSpPr>
          <p:cNvPr id="98" name="Text 80"/>
          <p:cNvSpPr/>
          <p:nvPr/>
        </p:nvSpPr>
        <p:spPr>
          <a:xfrm>
            <a:off x="2800350" y="603885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11.65V</a:t>
            </a:r>
            <a:endParaRPr lang="en-US" sz="750" dirty="0"/>
          </a:p>
        </p:txBody>
      </p:sp>
      <p:sp>
        <p:nvSpPr>
          <p:cNvPr id="99" name="Text 81"/>
          <p:cNvSpPr/>
          <p:nvPr/>
        </p:nvSpPr>
        <p:spPr>
          <a:xfrm>
            <a:off x="2800350" y="64642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11.30V</a:t>
            </a:r>
            <a:endParaRPr lang="en-US" sz="750" dirty="0"/>
          </a:p>
        </p:txBody>
      </p:sp>
      <p:sp>
        <p:nvSpPr>
          <p:cNvPr id="100" name="Text 82"/>
          <p:cNvSpPr/>
          <p:nvPr/>
        </p:nvSpPr>
        <p:spPr>
          <a:xfrm>
            <a:off x="2800350" y="68897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10.97V</a:t>
            </a:r>
            <a:endParaRPr lang="en-US" sz="750" dirty="0"/>
          </a:p>
        </p:txBody>
      </p:sp>
      <p:sp>
        <p:nvSpPr>
          <p:cNvPr id="101" name="Text 83"/>
          <p:cNvSpPr/>
          <p:nvPr/>
        </p:nvSpPr>
        <p:spPr>
          <a:xfrm>
            <a:off x="2800350" y="731520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10.64V</a:t>
            </a:r>
            <a:endParaRPr lang="en-US" sz="750" dirty="0"/>
          </a:p>
        </p:txBody>
      </p:sp>
      <p:pic>
        <p:nvPicPr>
          <p:cNvPr id="102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371850" y="6019800"/>
            <a:ext cx="6334125" cy="1428750"/>
          </a:xfrm>
          <a:prstGeom prst="rect">
            <a:avLst/>
          </a:prstGeom>
        </p:spPr>
      </p:pic>
      <p:sp>
        <p:nvSpPr>
          <p:cNvPr id="103" name="Text 84"/>
          <p:cNvSpPr/>
          <p:nvPr/>
        </p:nvSpPr>
        <p:spPr>
          <a:xfrm>
            <a:off x="3371850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104" name="Text 85"/>
          <p:cNvSpPr/>
          <p:nvPr/>
        </p:nvSpPr>
        <p:spPr>
          <a:xfrm>
            <a:off x="4393555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105" name="Text 86"/>
          <p:cNvSpPr/>
          <p:nvPr/>
        </p:nvSpPr>
        <p:spPr>
          <a:xfrm>
            <a:off x="5415260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106" name="Text 87"/>
          <p:cNvSpPr/>
          <p:nvPr/>
        </p:nvSpPr>
        <p:spPr>
          <a:xfrm>
            <a:off x="6436965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107" name="Text 88"/>
          <p:cNvSpPr/>
          <p:nvPr/>
        </p:nvSpPr>
        <p:spPr>
          <a:xfrm>
            <a:off x="7458596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108" name="Text 89"/>
          <p:cNvSpPr/>
          <p:nvPr/>
        </p:nvSpPr>
        <p:spPr>
          <a:xfrm>
            <a:off x="8480301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09" name="Text 90"/>
          <p:cNvSpPr/>
          <p:nvPr/>
        </p:nvSpPr>
        <p:spPr>
          <a:xfrm>
            <a:off x="9502006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110" name="Shape 91"/>
          <p:cNvSpPr/>
          <p:nvPr/>
        </p:nvSpPr>
        <p:spPr>
          <a:xfrm>
            <a:off x="10020300" y="5567363"/>
            <a:ext cx="7153275" cy="2314575"/>
          </a:xfrm>
          <a:prstGeom prst="roundRect">
            <a:avLst>
              <a:gd name="adj" fmla="val 5761"/>
            </a:avLst>
          </a:prstGeom>
          <a:ln w="9525">
            <a:solidFill>
              <a:srgbClr val="F0ECE4"/>
            </a:solidFill>
            <a:prstDash val="solid"/>
          </a:ln>
        </p:spPr>
        <p:txBody>
          <a:bodyPr/>
          <a:p/>
        </p:txBody>
      </p:sp>
      <p:sp>
        <p:nvSpPr>
          <p:cNvPr id="111" name="Shape 92"/>
          <p:cNvSpPr/>
          <p:nvPr/>
        </p:nvSpPr>
        <p:spPr>
          <a:xfrm>
            <a:off x="10182225" y="5765006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112" name="Text 93"/>
          <p:cNvSpPr/>
          <p:nvPr/>
        </p:nvSpPr>
        <p:spPr>
          <a:xfrm>
            <a:off x="10363200" y="5738813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전류</a:t>
            </a:r>
            <a:endParaRPr lang="en-US" sz="1050" dirty="0"/>
          </a:p>
        </p:txBody>
      </p:sp>
      <p:sp>
        <p:nvSpPr>
          <p:cNvPr id="113" name="Text 94"/>
          <p:cNvSpPr/>
          <p:nvPr/>
        </p:nvSpPr>
        <p:spPr>
          <a:xfrm>
            <a:off x="16698144" y="5729288"/>
            <a:ext cx="38970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1.1A</a:t>
            </a:r>
            <a:endParaRPr lang="en-US" sz="1200" dirty="0"/>
          </a:p>
        </p:txBody>
      </p:sp>
      <p:sp>
        <p:nvSpPr>
          <p:cNvPr id="114" name="Text 95"/>
          <p:cNvSpPr/>
          <p:nvPr/>
        </p:nvSpPr>
        <p:spPr>
          <a:xfrm>
            <a:off x="10106025" y="603885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2.7A</a:t>
            </a:r>
            <a:endParaRPr lang="en-US" sz="750" dirty="0"/>
          </a:p>
        </p:txBody>
      </p:sp>
      <p:sp>
        <p:nvSpPr>
          <p:cNvPr id="115" name="Text 96"/>
          <p:cNvSpPr/>
          <p:nvPr/>
        </p:nvSpPr>
        <p:spPr>
          <a:xfrm>
            <a:off x="10106025" y="64642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2.1A</a:t>
            </a:r>
            <a:endParaRPr lang="en-US" sz="750" dirty="0"/>
          </a:p>
        </p:txBody>
      </p:sp>
      <p:sp>
        <p:nvSpPr>
          <p:cNvPr id="116" name="Text 97"/>
          <p:cNvSpPr/>
          <p:nvPr/>
        </p:nvSpPr>
        <p:spPr>
          <a:xfrm>
            <a:off x="10106025" y="68897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1.6A</a:t>
            </a:r>
            <a:endParaRPr lang="en-US" sz="750" dirty="0"/>
          </a:p>
        </p:txBody>
      </p:sp>
      <p:sp>
        <p:nvSpPr>
          <p:cNvPr id="117" name="Text 98"/>
          <p:cNvSpPr/>
          <p:nvPr/>
        </p:nvSpPr>
        <p:spPr>
          <a:xfrm>
            <a:off x="10106025" y="731520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1.1A</a:t>
            </a:r>
            <a:endParaRPr lang="en-US" sz="750" dirty="0"/>
          </a:p>
        </p:txBody>
      </p:sp>
      <p:pic>
        <p:nvPicPr>
          <p:cNvPr id="118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677525" y="6019800"/>
            <a:ext cx="6334125" cy="1428750"/>
          </a:xfrm>
          <a:prstGeom prst="rect">
            <a:avLst/>
          </a:prstGeom>
        </p:spPr>
      </p:pic>
      <p:sp>
        <p:nvSpPr>
          <p:cNvPr id="119" name="Text 99"/>
          <p:cNvSpPr/>
          <p:nvPr/>
        </p:nvSpPr>
        <p:spPr>
          <a:xfrm>
            <a:off x="10677525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120" name="Text 100"/>
          <p:cNvSpPr/>
          <p:nvPr/>
        </p:nvSpPr>
        <p:spPr>
          <a:xfrm>
            <a:off x="11699230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121" name="Text 101"/>
          <p:cNvSpPr/>
          <p:nvPr/>
        </p:nvSpPr>
        <p:spPr>
          <a:xfrm>
            <a:off x="12720935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122" name="Text 102"/>
          <p:cNvSpPr/>
          <p:nvPr/>
        </p:nvSpPr>
        <p:spPr>
          <a:xfrm>
            <a:off x="13742640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123" name="Text 103"/>
          <p:cNvSpPr/>
          <p:nvPr/>
        </p:nvSpPr>
        <p:spPr>
          <a:xfrm>
            <a:off x="14764271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124" name="Text 104"/>
          <p:cNvSpPr/>
          <p:nvPr/>
        </p:nvSpPr>
        <p:spPr>
          <a:xfrm>
            <a:off x="15785976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25" name="Text 105"/>
          <p:cNvSpPr/>
          <p:nvPr/>
        </p:nvSpPr>
        <p:spPr>
          <a:xfrm>
            <a:off x="16807681" y="7596187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126" name="Shape 106"/>
          <p:cNvSpPr/>
          <p:nvPr/>
        </p:nvSpPr>
        <p:spPr>
          <a:xfrm>
            <a:off x="2714625" y="8034338"/>
            <a:ext cx="7153275" cy="2314575"/>
          </a:xfrm>
          <a:prstGeom prst="roundRect">
            <a:avLst>
              <a:gd name="adj" fmla="val 5761"/>
            </a:avLst>
          </a:prstGeom>
          <a:ln w="9525">
            <a:solidFill>
              <a:srgbClr val="F0ECE4"/>
            </a:solidFill>
            <a:prstDash val="solid"/>
          </a:ln>
        </p:spPr>
        <p:txBody>
          <a:bodyPr/>
          <a:p/>
        </p:txBody>
      </p:sp>
      <p:sp>
        <p:nvSpPr>
          <p:cNvPr id="127" name="Shape 107"/>
          <p:cNvSpPr/>
          <p:nvPr/>
        </p:nvSpPr>
        <p:spPr>
          <a:xfrm>
            <a:off x="2876550" y="8231981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28" name="Text 108"/>
          <p:cNvSpPr/>
          <p:nvPr/>
        </p:nvSpPr>
        <p:spPr>
          <a:xfrm>
            <a:off x="3057525" y="8205788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</a:t>
            </a:r>
            <a:endParaRPr lang="en-US" sz="1050" dirty="0"/>
          </a:p>
        </p:txBody>
      </p:sp>
      <p:sp>
        <p:nvSpPr>
          <p:cNvPr id="129" name="Text 109"/>
          <p:cNvSpPr/>
          <p:nvPr/>
        </p:nvSpPr>
        <p:spPr>
          <a:xfrm>
            <a:off x="9238357" y="8196262"/>
            <a:ext cx="54381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26.0°C</a:t>
            </a:r>
            <a:endParaRPr lang="en-US" sz="1200" dirty="0"/>
          </a:p>
        </p:txBody>
      </p:sp>
      <p:sp>
        <p:nvSpPr>
          <p:cNvPr id="130" name="Text 110"/>
          <p:cNvSpPr/>
          <p:nvPr/>
        </p:nvSpPr>
        <p:spPr>
          <a:xfrm>
            <a:off x="2800350" y="850582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43.3°C</a:t>
            </a:r>
            <a:endParaRPr lang="en-US" sz="750" dirty="0"/>
          </a:p>
        </p:txBody>
      </p:sp>
      <p:sp>
        <p:nvSpPr>
          <p:cNvPr id="131" name="Text 111"/>
          <p:cNvSpPr/>
          <p:nvPr/>
        </p:nvSpPr>
        <p:spPr>
          <a:xfrm>
            <a:off x="2800350" y="893125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37.4°C</a:t>
            </a:r>
            <a:endParaRPr lang="en-US" sz="750" dirty="0"/>
          </a:p>
        </p:txBody>
      </p:sp>
      <p:sp>
        <p:nvSpPr>
          <p:cNvPr id="132" name="Text 112"/>
          <p:cNvSpPr/>
          <p:nvPr/>
        </p:nvSpPr>
        <p:spPr>
          <a:xfrm>
            <a:off x="2800350" y="935675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31.7°C</a:t>
            </a:r>
            <a:endParaRPr lang="en-US" sz="750" dirty="0"/>
          </a:p>
        </p:txBody>
      </p:sp>
      <p:sp>
        <p:nvSpPr>
          <p:cNvPr id="133" name="Text 113"/>
          <p:cNvSpPr/>
          <p:nvPr/>
        </p:nvSpPr>
        <p:spPr>
          <a:xfrm>
            <a:off x="2800350" y="97821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26.0°C</a:t>
            </a:r>
            <a:endParaRPr lang="en-US" sz="750" dirty="0"/>
          </a:p>
        </p:txBody>
      </p:sp>
      <p:pic>
        <p:nvPicPr>
          <p:cNvPr id="13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371850" y="8486775"/>
            <a:ext cx="6334125" cy="1428750"/>
          </a:xfrm>
          <a:prstGeom prst="rect">
            <a:avLst/>
          </a:prstGeom>
        </p:spPr>
      </p:pic>
      <p:sp>
        <p:nvSpPr>
          <p:cNvPr id="135" name="Text 114"/>
          <p:cNvSpPr/>
          <p:nvPr/>
        </p:nvSpPr>
        <p:spPr>
          <a:xfrm>
            <a:off x="3371850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136" name="Text 115"/>
          <p:cNvSpPr/>
          <p:nvPr/>
        </p:nvSpPr>
        <p:spPr>
          <a:xfrm>
            <a:off x="4393555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137" name="Text 116"/>
          <p:cNvSpPr/>
          <p:nvPr/>
        </p:nvSpPr>
        <p:spPr>
          <a:xfrm>
            <a:off x="5415260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138" name="Text 117"/>
          <p:cNvSpPr/>
          <p:nvPr/>
        </p:nvSpPr>
        <p:spPr>
          <a:xfrm>
            <a:off x="6436965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139" name="Text 118"/>
          <p:cNvSpPr/>
          <p:nvPr/>
        </p:nvSpPr>
        <p:spPr>
          <a:xfrm>
            <a:off x="7458596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140" name="Text 119"/>
          <p:cNvSpPr/>
          <p:nvPr/>
        </p:nvSpPr>
        <p:spPr>
          <a:xfrm>
            <a:off x="8480301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41" name="Text 120"/>
          <p:cNvSpPr/>
          <p:nvPr/>
        </p:nvSpPr>
        <p:spPr>
          <a:xfrm>
            <a:off x="9502006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142" name="Shape 121"/>
          <p:cNvSpPr/>
          <p:nvPr/>
        </p:nvSpPr>
        <p:spPr>
          <a:xfrm>
            <a:off x="10020300" y="8034338"/>
            <a:ext cx="7153275" cy="2314575"/>
          </a:xfrm>
          <a:prstGeom prst="roundRect">
            <a:avLst>
              <a:gd name="adj" fmla="val 5761"/>
            </a:avLst>
          </a:prstGeom>
          <a:ln w="9525">
            <a:solidFill>
              <a:srgbClr val="F0ECE4"/>
            </a:solidFill>
            <a:prstDash val="solid"/>
          </a:ln>
        </p:spPr>
        <p:txBody>
          <a:bodyPr/>
          <a:p/>
        </p:txBody>
      </p:sp>
      <p:sp>
        <p:nvSpPr>
          <p:cNvPr id="143" name="Shape 122"/>
          <p:cNvSpPr/>
          <p:nvPr/>
        </p:nvSpPr>
        <p:spPr>
          <a:xfrm>
            <a:off x="10182225" y="8231981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44" name="Text 123"/>
          <p:cNvSpPr/>
          <p:nvPr/>
        </p:nvSpPr>
        <p:spPr>
          <a:xfrm>
            <a:off x="10363200" y="8208169"/>
            <a:ext cx="3652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050" dirty="0"/>
          </a:p>
        </p:txBody>
      </p:sp>
      <p:sp>
        <p:nvSpPr>
          <p:cNvPr id="145" name="Text 124"/>
          <p:cNvSpPr/>
          <p:nvPr/>
        </p:nvSpPr>
        <p:spPr>
          <a:xfrm>
            <a:off x="16706627" y="8196262"/>
            <a:ext cx="3812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200" dirty="0"/>
          </a:p>
        </p:txBody>
      </p:sp>
      <p:sp>
        <p:nvSpPr>
          <p:cNvPr id="146" name="Text 125"/>
          <p:cNvSpPr/>
          <p:nvPr/>
        </p:nvSpPr>
        <p:spPr>
          <a:xfrm>
            <a:off x="10106025" y="850582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750" dirty="0"/>
          </a:p>
        </p:txBody>
      </p:sp>
      <p:sp>
        <p:nvSpPr>
          <p:cNvPr id="147" name="Text 126"/>
          <p:cNvSpPr/>
          <p:nvPr/>
        </p:nvSpPr>
        <p:spPr>
          <a:xfrm>
            <a:off x="10106025" y="893125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750" dirty="0"/>
          </a:p>
        </p:txBody>
      </p:sp>
      <p:sp>
        <p:nvSpPr>
          <p:cNvPr id="148" name="Text 127"/>
          <p:cNvSpPr/>
          <p:nvPr/>
        </p:nvSpPr>
        <p:spPr>
          <a:xfrm>
            <a:off x="10106025" y="9356750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750" dirty="0"/>
          </a:p>
        </p:txBody>
      </p:sp>
      <p:sp>
        <p:nvSpPr>
          <p:cNvPr id="149" name="Text 128"/>
          <p:cNvSpPr/>
          <p:nvPr/>
        </p:nvSpPr>
        <p:spPr>
          <a:xfrm>
            <a:off x="10106025" y="9782175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750" dirty="0"/>
          </a:p>
        </p:txBody>
      </p:sp>
      <p:pic>
        <p:nvPicPr>
          <p:cNvPr id="150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677525" y="8486775"/>
            <a:ext cx="6334125" cy="1428750"/>
          </a:xfrm>
          <a:prstGeom prst="rect">
            <a:avLst/>
          </a:prstGeom>
        </p:spPr>
      </p:pic>
      <p:sp>
        <p:nvSpPr>
          <p:cNvPr id="151" name="Text 129"/>
          <p:cNvSpPr/>
          <p:nvPr/>
        </p:nvSpPr>
        <p:spPr>
          <a:xfrm>
            <a:off x="10677525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152" name="Text 130"/>
          <p:cNvSpPr/>
          <p:nvPr/>
        </p:nvSpPr>
        <p:spPr>
          <a:xfrm>
            <a:off x="11699230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153" name="Text 131"/>
          <p:cNvSpPr/>
          <p:nvPr/>
        </p:nvSpPr>
        <p:spPr>
          <a:xfrm>
            <a:off x="12720935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154" name="Text 132"/>
          <p:cNvSpPr/>
          <p:nvPr/>
        </p:nvSpPr>
        <p:spPr>
          <a:xfrm>
            <a:off x="13742640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155" name="Text 133"/>
          <p:cNvSpPr/>
          <p:nvPr/>
        </p:nvSpPr>
        <p:spPr>
          <a:xfrm>
            <a:off x="14764271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156" name="Text 134"/>
          <p:cNvSpPr/>
          <p:nvPr/>
        </p:nvSpPr>
        <p:spPr>
          <a:xfrm>
            <a:off x="15785976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57" name="Text 135"/>
          <p:cNvSpPr/>
          <p:nvPr/>
        </p:nvSpPr>
        <p:spPr>
          <a:xfrm>
            <a:off x="16807681" y="10063163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114300" y="154305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3400" y="1664494"/>
            <a:ext cx="574700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5" name="Text 9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239143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 관리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239143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이상점수 · 위험도 분포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2514600" y="838200"/>
            <a:ext cx="36004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1" name="Text 36"/>
          <p:cNvSpPr/>
          <p:nvPr/>
        </p:nvSpPr>
        <p:spPr>
          <a:xfrm>
            <a:off x="2695575" y="1019175"/>
            <a:ext cx="35623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모델 상태</a:t>
            </a:r>
            <a:endParaRPr lang="en-US" sz="975" dirty="0"/>
          </a:p>
        </p:txBody>
      </p:sp>
      <p:sp>
        <p:nvSpPr>
          <p:cNvPr id="52" name="Shape 37"/>
          <p:cNvSpPr/>
          <p:nvPr/>
        </p:nvSpPr>
        <p:spPr>
          <a:xfrm>
            <a:off x="2695575" y="1281113"/>
            <a:ext cx="76200" cy="76200"/>
          </a:xfrm>
          <a:prstGeom prst="ellipse">
            <a:avLst/>
          </a:prstGeom>
          <a:solidFill>
            <a:srgbClr val="16A34A">
              <a:alpha val="35000"/>
            </a:srgbClr>
          </a:solidFill>
          <a:ln/>
        </p:spPr>
        <p:txBody>
          <a:bodyPr/>
          <a:p/>
        </p:txBody>
      </p:sp>
      <p:sp>
        <p:nvSpPr>
          <p:cNvPr id="53" name="Text 38"/>
          <p:cNvSpPr/>
          <p:nvPr/>
        </p:nvSpPr>
        <p:spPr>
          <a:xfrm>
            <a:off x="2838450" y="1204913"/>
            <a:ext cx="6235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중</a:t>
            </a:r>
            <a:endParaRPr lang="en-US" sz="1500" dirty="0"/>
          </a:p>
        </p:txBody>
      </p:sp>
      <p:sp>
        <p:nvSpPr>
          <p:cNvPr id="54" name="Shape 39"/>
          <p:cNvSpPr/>
          <p:nvPr/>
        </p:nvSpPr>
        <p:spPr>
          <a:xfrm>
            <a:off x="6267450" y="838200"/>
            <a:ext cx="36004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5" name="Text 40"/>
          <p:cNvSpPr/>
          <p:nvPr/>
        </p:nvSpPr>
        <p:spPr>
          <a:xfrm>
            <a:off x="6448425" y="1019175"/>
            <a:ext cx="35623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 이상 항목</a:t>
            </a:r>
            <a:endParaRPr lang="en-US" sz="975" dirty="0"/>
          </a:p>
        </p:txBody>
      </p:sp>
      <p:sp>
        <p:nvSpPr>
          <p:cNvPr id="56" name="Text 41"/>
          <p:cNvSpPr/>
          <p:nvPr/>
        </p:nvSpPr>
        <p:spPr>
          <a:xfrm>
            <a:off x="6448425" y="1204913"/>
            <a:ext cx="35623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57" name="Shape 42"/>
          <p:cNvSpPr/>
          <p:nvPr/>
        </p:nvSpPr>
        <p:spPr>
          <a:xfrm>
            <a:off x="10020300" y="838200"/>
            <a:ext cx="36004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8" name="Text 43"/>
          <p:cNvSpPr/>
          <p:nvPr/>
        </p:nvSpPr>
        <p:spPr>
          <a:xfrm>
            <a:off x="10201275" y="1019175"/>
            <a:ext cx="35623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발생 이상</a:t>
            </a:r>
            <a:endParaRPr lang="en-US" sz="975" dirty="0"/>
          </a:p>
        </p:txBody>
      </p:sp>
      <p:sp>
        <p:nvSpPr>
          <p:cNvPr id="59" name="Text 44"/>
          <p:cNvSpPr/>
          <p:nvPr/>
        </p:nvSpPr>
        <p:spPr>
          <a:xfrm>
            <a:off x="10201275" y="1204913"/>
            <a:ext cx="35623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60" name="Shape 45"/>
          <p:cNvSpPr/>
          <p:nvPr/>
        </p:nvSpPr>
        <p:spPr>
          <a:xfrm>
            <a:off x="13773150" y="838200"/>
            <a:ext cx="36004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F8D2C0"/>
            </a:solidFill>
            <a:prstDash val="solid"/>
          </a:ln>
        </p:spPr>
        <p:txBody>
          <a:bodyPr/>
          <a:p/>
        </p:txBody>
      </p:sp>
      <p:sp>
        <p:nvSpPr>
          <p:cNvPr id="61" name="Text 46"/>
          <p:cNvSpPr/>
          <p:nvPr/>
        </p:nvSpPr>
        <p:spPr>
          <a:xfrm>
            <a:off x="13954125" y="1019175"/>
            <a:ext cx="35623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이상점수</a:t>
            </a:r>
            <a:endParaRPr lang="en-US" sz="975" dirty="0"/>
          </a:p>
        </p:txBody>
      </p:sp>
      <p:sp>
        <p:nvSpPr>
          <p:cNvPr id="62" name="Text 47"/>
          <p:cNvSpPr/>
          <p:nvPr/>
        </p:nvSpPr>
        <p:spPr>
          <a:xfrm>
            <a:off x="13954125" y="1204913"/>
            <a:ext cx="35623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2100" dirty="0"/>
          </a:p>
        </p:txBody>
      </p:sp>
      <p:sp>
        <p:nvSpPr>
          <p:cNvPr id="63" name="Shape 48"/>
          <p:cNvSpPr/>
          <p:nvPr/>
        </p:nvSpPr>
        <p:spPr>
          <a:xfrm>
            <a:off x="2514600" y="1866900"/>
            <a:ext cx="7353300" cy="2152650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4" name="Text 49"/>
          <p:cNvSpPr/>
          <p:nvPr/>
        </p:nvSpPr>
        <p:spPr>
          <a:xfrm>
            <a:off x="2714625" y="2066925"/>
            <a:ext cx="7648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분포</a:t>
            </a:r>
            <a:endParaRPr lang="en-US" sz="1125" dirty="0"/>
          </a:p>
        </p:txBody>
      </p:sp>
      <p:sp>
        <p:nvSpPr>
          <p:cNvPr id="65" name="Text 50"/>
          <p:cNvSpPr/>
          <p:nvPr/>
        </p:nvSpPr>
        <p:spPr>
          <a:xfrm>
            <a:off x="2714625" y="2397919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3438525" y="2400300"/>
            <a:ext cx="5791200" cy="13335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67" name="Shape 52"/>
          <p:cNvSpPr/>
          <p:nvPr/>
        </p:nvSpPr>
        <p:spPr>
          <a:xfrm>
            <a:off x="3438525" y="2400300"/>
            <a:ext cx="5096247" cy="1333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68" name="Text 53"/>
          <p:cNvSpPr/>
          <p:nvPr/>
        </p:nvSpPr>
        <p:spPr>
          <a:xfrm>
            <a:off x="9267825" y="2390775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050" dirty="0"/>
          </a:p>
        </p:txBody>
      </p:sp>
      <p:sp>
        <p:nvSpPr>
          <p:cNvPr id="69" name="Text 54"/>
          <p:cNvSpPr/>
          <p:nvPr/>
        </p:nvSpPr>
        <p:spPr>
          <a:xfrm>
            <a:off x="2714625" y="2664619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900" dirty="0"/>
          </a:p>
        </p:txBody>
      </p:sp>
      <p:sp>
        <p:nvSpPr>
          <p:cNvPr id="70" name="Shape 55"/>
          <p:cNvSpPr/>
          <p:nvPr/>
        </p:nvSpPr>
        <p:spPr>
          <a:xfrm>
            <a:off x="3438525" y="2667000"/>
            <a:ext cx="5791200" cy="13335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1" name="Shape 56"/>
          <p:cNvSpPr/>
          <p:nvPr/>
        </p:nvSpPr>
        <p:spPr>
          <a:xfrm>
            <a:off x="3438525" y="2667000"/>
            <a:ext cx="1968996" cy="1333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2" name="Text 57"/>
          <p:cNvSpPr/>
          <p:nvPr/>
        </p:nvSpPr>
        <p:spPr>
          <a:xfrm>
            <a:off x="9267825" y="2657475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  <p:sp>
        <p:nvSpPr>
          <p:cNvPr id="73" name="Text 58"/>
          <p:cNvSpPr/>
          <p:nvPr/>
        </p:nvSpPr>
        <p:spPr>
          <a:xfrm>
            <a:off x="2714625" y="2931319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</a:t>
            </a:r>
            <a:endParaRPr lang="en-US" sz="900" dirty="0"/>
          </a:p>
        </p:txBody>
      </p:sp>
      <p:sp>
        <p:nvSpPr>
          <p:cNvPr id="74" name="Shape 59"/>
          <p:cNvSpPr/>
          <p:nvPr/>
        </p:nvSpPr>
        <p:spPr>
          <a:xfrm>
            <a:off x="3438525" y="2933700"/>
            <a:ext cx="5791200" cy="13335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5" name="Shape 60"/>
          <p:cNvSpPr/>
          <p:nvPr/>
        </p:nvSpPr>
        <p:spPr>
          <a:xfrm>
            <a:off x="3438525" y="2933700"/>
            <a:ext cx="810741" cy="1333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76" name="Text 61"/>
          <p:cNvSpPr/>
          <p:nvPr/>
        </p:nvSpPr>
        <p:spPr>
          <a:xfrm>
            <a:off x="9267825" y="2924175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77" name="Text 62"/>
          <p:cNvSpPr/>
          <p:nvPr/>
        </p:nvSpPr>
        <p:spPr>
          <a:xfrm>
            <a:off x="2714625" y="3198019"/>
            <a:ext cx="6858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900" dirty="0"/>
          </a:p>
        </p:txBody>
      </p:sp>
      <p:sp>
        <p:nvSpPr>
          <p:cNvPr id="78" name="Shape 63"/>
          <p:cNvSpPr/>
          <p:nvPr/>
        </p:nvSpPr>
        <p:spPr>
          <a:xfrm>
            <a:off x="3438525" y="3200400"/>
            <a:ext cx="5791200" cy="13335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9" name="Shape 64"/>
          <p:cNvSpPr/>
          <p:nvPr/>
        </p:nvSpPr>
        <p:spPr>
          <a:xfrm>
            <a:off x="3438525" y="3200400"/>
            <a:ext cx="521196" cy="1333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0" name="Text 65"/>
          <p:cNvSpPr/>
          <p:nvPr/>
        </p:nvSpPr>
        <p:spPr>
          <a:xfrm>
            <a:off x="9267825" y="3190875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81" name="Shape 66"/>
          <p:cNvSpPr/>
          <p:nvPr/>
        </p:nvSpPr>
        <p:spPr>
          <a:xfrm>
            <a:off x="10020300" y="1866900"/>
            <a:ext cx="7353300" cy="2152650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82" name="Text 67"/>
          <p:cNvSpPr/>
          <p:nvPr/>
        </p:nvSpPr>
        <p:spPr>
          <a:xfrm>
            <a:off x="10220325" y="2066925"/>
            <a:ext cx="9754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근거 (XAI)</a:t>
            </a:r>
            <a:endParaRPr lang="en-US" sz="1125" dirty="0"/>
          </a:p>
        </p:txBody>
      </p:sp>
      <p:sp>
        <p:nvSpPr>
          <p:cNvPr id="83" name="Text 68"/>
          <p:cNvSpPr/>
          <p:nvPr/>
        </p:nvSpPr>
        <p:spPr>
          <a:xfrm>
            <a:off x="15986001" y="2083594"/>
            <a:ext cx="126377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이상점수82</a:t>
            </a:r>
            <a:endParaRPr lang="en-US" sz="900" dirty="0"/>
          </a:p>
        </p:txBody>
      </p:sp>
      <p:sp>
        <p:nvSpPr>
          <p:cNvPr id="84" name="Text 69"/>
          <p:cNvSpPr/>
          <p:nvPr/>
        </p:nvSpPr>
        <p:spPr>
          <a:xfrm>
            <a:off x="10220325" y="2390775"/>
            <a:ext cx="107007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dT/dt (온도 상승률)</a:t>
            </a:r>
            <a:endParaRPr lang="en-US" sz="975" dirty="0"/>
          </a:p>
        </p:txBody>
      </p:sp>
      <p:sp>
        <p:nvSpPr>
          <p:cNvPr id="85" name="Text 70"/>
          <p:cNvSpPr/>
          <p:nvPr/>
        </p:nvSpPr>
        <p:spPr>
          <a:xfrm>
            <a:off x="16860217" y="2390775"/>
            <a:ext cx="3895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+0.42</a:t>
            </a:r>
            <a:endParaRPr lang="en-US" sz="975" dirty="0"/>
          </a:p>
        </p:txBody>
      </p:sp>
      <p:sp>
        <p:nvSpPr>
          <p:cNvPr id="86" name="Shape 71"/>
          <p:cNvSpPr/>
          <p:nvPr/>
        </p:nvSpPr>
        <p:spPr>
          <a:xfrm>
            <a:off x="10220325" y="2586038"/>
            <a:ext cx="6953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7" name="Shape 72"/>
          <p:cNvSpPr/>
          <p:nvPr/>
        </p:nvSpPr>
        <p:spPr>
          <a:xfrm>
            <a:off x="10220325" y="2586038"/>
            <a:ext cx="5840685" cy="76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8" name="Text 73"/>
          <p:cNvSpPr/>
          <p:nvPr/>
        </p:nvSpPr>
        <p:spPr>
          <a:xfrm>
            <a:off x="10220325" y="2776538"/>
            <a:ext cx="11074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gas_raw (오프가스)</a:t>
            </a:r>
            <a:endParaRPr lang="en-US" sz="975" dirty="0"/>
          </a:p>
        </p:txBody>
      </p:sp>
      <p:sp>
        <p:nvSpPr>
          <p:cNvPr id="89" name="Text 74"/>
          <p:cNvSpPr/>
          <p:nvPr/>
        </p:nvSpPr>
        <p:spPr>
          <a:xfrm>
            <a:off x="16860217" y="2776538"/>
            <a:ext cx="3895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+0.28</a:t>
            </a:r>
            <a:endParaRPr lang="en-US" sz="975" dirty="0"/>
          </a:p>
        </p:txBody>
      </p:sp>
      <p:sp>
        <p:nvSpPr>
          <p:cNvPr id="90" name="Shape 75"/>
          <p:cNvSpPr/>
          <p:nvPr/>
        </p:nvSpPr>
        <p:spPr>
          <a:xfrm>
            <a:off x="10220325" y="2971800"/>
            <a:ext cx="6953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91" name="Shape 76"/>
          <p:cNvSpPr/>
          <p:nvPr/>
        </p:nvSpPr>
        <p:spPr>
          <a:xfrm>
            <a:off x="10220325" y="2971800"/>
            <a:ext cx="4032870" cy="76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92" name="Text 77"/>
          <p:cNvSpPr/>
          <p:nvPr/>
        </p:nvSpPr>
        <p:spPr>
          <a:xfrm>
            <a:off x="10220325" y="3162300"/>
            <a:ext cx="105273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V_drop (전압 강하)</a:t>
            </a:r>
            <a:endParaRPr lang="en-US" sz="975" dirty="0"/>
          </a:p>
        </p:txBody>
      </p:sp>
      <p:sp>
        <p:nvSpPr>
          <p:cNvPr id="93" name="Text 78"/>
          <p:cNvSpPr/>
          <p:nvPr/>
        </p:nvSpPr>
        <p:spPr>
          <a:xfrm>
            <a:off x="16860217" y="3162300"/>
            <a:ext cx="3895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+0.16</a:t>
            </a:r>
            <a:endParaRPr lang="en-US" sz="975" dirty="0"/>
          </a:p>
        </p:txBody>
      </p:sp>
      <p:sp>
        <p:nvSpPr>
          <p:cNvPr id="94" name="Shape 79"/>
          <p:cNvSpPr/>
          <p:nvPr/>
        </p:nvSpPr>
        <p:spPr>
          <a:xfrm>
            <a:off x="10220325" y="3357563"/>
            <a:ext cx="6953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95" name="Shape 80"/>
          <p:cNvSpPr/>
          <p:nvPr/>
        </p:nvSpPr>
        <p:spPr>
          <a:xfrm>
            <a:off x="10220325" y="3357563"/>
            <a:ext cx="222498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96" name="Text 81"/>
          <p:cNvSpPr/>
          <p:nvPr/>
        </p:nvSpPr>
        <p:spPr>
          <a:xfrm>
            <a:off x="10220325" y="3548063"/>
            <a:ext cx="134504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pressure_raw (스웰링)</a:t>
            </a:r>
            <a:endParaRPr lang="en-US" sz="975" dirty="0"/>
          </a:p>
        </p:txBody>
      </p:sp>
      <p:sp>
        <p:nvSpPr>
          <p:cNvPr id="97" name="Text 82"/>
          <p:cNvSpPr/>
          <p:nvPr/>
        </p:nvSpPr>
        <p:spPr>
          <a:xfrm>
            <a:off x="16860217" y="3548063"/>
            <a:ext cx="3895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+0.09</a:t>
            </a:r>
            <a:endParaRPr lang="en-US" sz="975" dirty="0"/>
          </a:p>
        </p:txBody>
      </p:sp>
      <p:sp>
        <p:nvSpPr>
          <p:cNvPr id="98" name="Shape 83"/>
          <p:cNvSpPr/>
          <p:nvPr/>
        </p:nvSpPr>
        <p:spPr>
          <a:xfrm>
            <a:off x="10220325" y="3743325"/>
            <a:ext cx="6953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99" name="Shape 84"/>
          <p:cNvSpPr/>
          <p:nvPr/>
        </p:nvSpPr>
        <p:spPr>
          <a:xfrm>
            <a:off x="10220325" y="3743325"/>
            <a:ext cx="1251570" cy="76200"/>
          </a:xfrm>
          <a:prstGeom prst="roundRect">
            <a:avLst>
              <a:gd name="adj" fmla="val 50000"/>
            </a:avLst>
          </a:prstGeom>
          <a:solidFill>
            <a:srgbClr val="B5AFA4"/>
          </a:solidFill>
          <a:ln/>
        </p:spPr>
        <p:txBody>
          <a:bodyPr/>
          <a:p/>
        </p:txBody>
      </p:sp>
      <p:sp>
        <p:nvSpPr>
          <p:cNvPr id="100" name="Shape 85"/>
          <p:cNvSpPr/>
          <p:nvPr/>
        </p:nvSpPr>
        <p:spPr>
          <a:xfrm>
            <a:off x="2514600" y="4191000"/>
            <a:ext cx="14859000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01" name="Text 86"/>
          <p:cNvSpPr/>
          <p:nvPr/>
        </p:nvSpPr>
        <p:spPr>
          <a:xfrm>
            <a:off x="2714625" y="4391025"/>
            <a:ext cx="10207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 이상 이벤트</a:t>
            </a:r>
            <a:endParaRPr lang="en-US" sz="1125" dirty="0"/>
          </a:p>
        </p:txBody>
      </p:sp>
      <p:sp>
        <p:nvSpPr>
          <p:cNvPr id="102" name="Text 87"/>
          <p:cNvSpPr/>
          <p:nvPr/>
        </p:nvSpPr>
        <p:spPr>
          <a:xfrm>
            <a:off x="16329496" y="4402931"/>
            <a:ext cx="9202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이력 보기 →</a:t>
            </a:r>
            <a:endParaRPr lang="en-US" sz="975" dirty="0"/>
          </a:p>
        </p:txBody>
      </p:sp>
      <p:sp>
        <p:nvSpPr>
          <p:cNvPr id="103" name="Shape 88"/>
          <p:cNvSpPr/>
          <p:nvPr/>
        </p:nvSpPr>
        <p:spPr>
          <a:xfrm>
            <a:off x="2714625" y="5248275"/>
            <a:ext cx="14458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04" name="Shape 89"/>
          <p:cNvSpPr/>
          <p:nvPr/>
        </p:nvSpPr>
        <p:spPr>
          <a:xfrm>
            <a:off x="2771775" y="48006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EECEC"/>
          </a:solidFill>
          <a:ln/>
        </p:spPr>
        <p:txBody>
          <a:bodyPr/>
          <a:p/>
        </p:txBody>
      </p:sp>
      <p:pic>
        <p:nvPicPr>
          <p:cNvPr id="10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852738" y="4881563"/>
            <a:ext cx="161925" cy="161925"/>
          </a:xfrm>
          <a:prstGeom prst="rect">
            <a:avLst/>
          </a:prstGeom>
        </p:spPr>
      </p:pic>
      <p:sp>
        <p:nvSpPr>
          <p:cNvPr id="106" name="Text 90"/>
          <p:cNvSpPr/>
          <p:nvPr/>
        </p:nvSpPr>
        <p:spPr>
          <a:xfrm>
            <a:off x="3228975" y="4814888"/>
            <a:ext cx="1497799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임계값 초과 · 셀 3</a:t>
            </a:r>
            <a:endParaRPr lang="en-US" sz="1050" dirty="0"/>
          </a:p>
        </p:txBody>
      </p:sp>
      <p:sp>
        <p:nvSpPr>
          <p:cNvPr id="107" name="Text 91"/>
          <p:cNvSpPr/>
          <p:nvPr/>
        </p:nvSpPr>
        <p:spPr>
          <a:xfrm>
            <a:off x="3228975" y="4972050"/>
            <a:ext cx="149779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방금 전</a:t>
            </a:r>
            <a:endParaRPr lang="en-US" sz="900" dirty="0"/>
          </a:p>
        </p:txBody>
      </p:sp>
      <p:sp>
        <p:nvSpPr>
          <p:cNvPr id="108" name="Text 92"/>
          <p:cNvSpPr/>
          <p:nvPr/>
        </p:nvSpPr>
        <p:spPr>
          <a:xfrm>
            <a:off x="16978685" y="4888706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75" dirty="0"/>
          </a:p>
        </p:txBody>
      </p:sp>
      <p:sp>
        <p:nvSpPr>
          <p:cNvPr id="109" name="Shape 93"/>
          <p:cNvSpPr/>
          <p:nvPr/>
        </p:nvSpPr>
        <p:spPr>
          <a:xfrm>
            <a:off x="2714625" y="5829300"/>
            <a:ext cx="14458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10" name="Shape 94"/>
          <p:cNvSpPr/>
          <p:nvPr/>
        </p:nvSpPr>
        <p:spPr>
          <a:xfrm>
            <a:off x="2771775" y="53816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EF6E7"/>
          </a:solidFill>
          <a:ln/>
        </p:spPr>
        <p:txBody>
          <a:bodyPr/>
          <a:p/>
        </p:txBody>
      </p:sp>
      <p:pic>
        <p:nvPicPr>
          <p:cNvPr id="11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852738" y="5462588"/>
            <a:ext cx="161925" cy="161925"/>
          </a:xfrm>
          <a:prstGeom prst="rect">
            <a:avLst/>
          </a:prstGeom>
        </p:spPr>
      </p:pic>
      <p:sp>
        <p:nvSpPr>
          <p:cNvPr id="112" name="Text 95"/>
          <p:cNvSpPr/>
          <p:nvPr/>
        </p:nvSpPr>
        <p:spPr>
          <a:xfrm>
            <a:off x="3228975" y="5395913"/>
            <a:ext cx="1497799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농도 급상승</a:t>
            </a:r>
            <a:endParaRPr lang="en-US" sz="1050" dirty="0"/>
          </a:p>
        </p:txBody>
      </p:sp>
      <p:sp>
        <p:nvSpPr>
          <p:cNvPr id="113" name="Text 96"/>
          <p:cNvSpPr/>
          <p:nvPr/>
        </p:nvSpPr>
        <p:spPr>
          <a:xfrm>
            <a:off x="3228975" y="5553075"/>
            <a:ext cx="149779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PACK-004 · 8분 전</a:t>
            </a:r>
            <a:endParaRPr lang="en-US" sz="900" dirty="0"/>
          </a:p>
        </p:txBody>
      </p:sp>
      <p:sp>
        <p:nvSpPr>
          <p:cNvPr id="114" name="Text 97"/>
          <p:cNvSpPr/>
          <p:nvPr/>
        </p:nvSpPr>
        <p:spPr>
          <a:xfrm>
            <a:off x="16978685" y="5469731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75" dirty="0"/>
          </a:p>
        </p:txBody>
      </p:sp>
      <p:sp>
        <p:nvSpPr>
          <p:cNvPr id="115" name="Shape 98"/>
          <p:cNvSpPr/>
          <p:nvPr/>
        </p:nvSpPr>
        <p:spPr>
          <a:xfrm>
            <a:off x="2771775" y="59626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EF6E7"/>
          </a:solidFill>
          <a:ln/>
        </p:spPr>
        <p:txBody>
          <a:bodyPr/>
          <a:p/>
        </p:txBody>
      </p:sp>
      <p:pic>
        <p:nvPicPr>
          <p:cNvPr id="11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852738" y="6043613"/>
            <a:ext cx="161925" cy="161925"/>
          </a:xfrm>
          <a:prstGeom prst="rect">
            <a:avLst/>
          </a:prstGeom>
        </p:spPr>
      </p:pic>
      <p:sp>
        <p:nvSpPr>
          <p:cNvPr id="117" name="Text 99"/>
          <p:cNvSpPr/>
          <p:nvPr/>
        </p:nvSpPr>
        <p:spPr>
          <a:xfrm>
            <a:off x="3228975" y="5976938"/>
            <a:ext cx="1497799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 주의 구간 진입</a:t>
            </a:r>
            <a:endParaRPr lang="en-US" sz="1050" dirty="0"/>
          </a:p>
        </p:txBody>
      </p:sp>
      <p:sp>
        <p:nvSpPr>
          <p:cNvPr id="118" name="Text 100"/>
          <p:cNvSpPr/>
          <p:nvPr/>
        </p:nvSpPr>
        <p:spPr>
          <a:xfrm>
            <a:off x="3228975" y="6134100"/>
            <a:ext cx="149779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PACK-003 · 24분 전</a:t>
            </a:r>
            <a:endParaRPr lang="en-US" sz="900" dirty="0"/>
          </a:p>
        </p:txBody>
      </p:sp>
      <p:sp>
        <p:nvSpPr>
          <p:cNvPr id="119" name="Text 101"/>
          <p:cNvSpPr/>
          <p:nvPr/>
        </p:nvSpPr>
        <p:spPr>
          <a:xfrm>
            <a:off x="16978685" y="6050756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sp>
        <p:nvSpPr>
          <p:cNvPr id="15" name="Shape 9"/>
          <p:cNvSpPr/>
          <p:nvPr/>
        </p:nvSpPr>
        <p:spPr>
          <a:xfrm>
            <a:off x="114300" y="1971675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3119"/>
            <a:ext cx="574700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166515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166515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기간·지표별 시계열 조회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2514600" y="838200"/>
            <a:ext cx="148590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1" name="Shape 36"/>
          <p:cNvSpPr/>
          <p:nvPr/>
        </p:nvSpPr>
        <p:spPr>
          <a:xfrm>
            <a:off x="2695575" y="981075"/>
            <a:ext cx="1706314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sp>
        <p:nvSpPr>
          <p:cNvPr id="52" name="Text 37"/>
          <p:cNvSpPr/>
          <p:nvPr/>
        </p:nvSpPr>
        <p:spPr>
          <a:xfrm>
            <a:off x="2857500" y="1085850"/>
            <a:ext cx="428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</a:t>
            </a:r>
            <a:endParaRPr lang="en-US" sz="975" dirty="0"/>
          </a:p>
        </p:txBody>
      </p:sp>
      <p:sp>
        <p:nvSpPr>
          <p:cNvPr id="53" name="Shape 38"/>
          <p:cNvSpPr/>
          <p:nvPr/>
        </p:nvSpPr>
        <p:spPr>
          <a:xfrm>
            <a:off x="3390454" y="1019175"/>
            <a:ext cx="423639" cy="28575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Text 39"/>
          <p:cNvSpPr/>
          <p:nvPr/>
        </p:nvSpPr>
        <p:spPr>
          <a:xfrm>
            <a:off x="3514279" y="1085850"/>
            <a:ext cx="2521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975" dirty="0"/>
          </a:p>
        </p:txBody>
      </p:sp>
      <p:sp>
        <p:nvSpPr>
          <p:cNvPr id="55" name="Text 40"/>
          <p:cNvSpPr/>
          <p:nvPr/>
        </p:nvSpPr>
        <p:spPr>
          <a:xfrm>
            <a:off x="3995068" y="1085850"/>
            <a:ext cx="3210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</a:t>
            </a:r>
            <a:endParaRPr lang="en-US" sz="975" dirty="0"/>
          </a:p>
        </p:txBody>
      </p:sp>
      <p:sp>
        <p:nvSpPr>
          <p:cNvPr id="56" name="Shape 41"/>
          <p:cNvSpPr/>
          <p:nvPr/>
        </p:nvSpPr>
        <p:spPr>
          <a:xfrm>
            <a:off x="15566380" y="1002506"/>
            <a:ext cx="746596" cy="319088"/>
          </a:xfrm>
          <a:prstGeom prst="roundRect">
            <a:avLst>
              <a:gd name="adj" fmla="val 29851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709255" y="1090613"/>
            <a:ext cx="142875" cy="142875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15918805" y="1088231"/>
            <a:ext cx="32749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975" dirty="0"/>
          </a:p>
        </p:txBody>
      </p:sp>
      <p:sp>
        <p:nvSpPr>
          <p:cNvPr id="59" name="Shape 43"/>
          <p:cNvSpPr/>
          <p:nvPr/>
        </p:nvSpPr>
        <p:spPr>
          <a:xfrm>
            <a:off x="16465376" y="1002506"/>
            <a:ext cx="727249" cy="319088"/>
          </a:xfrm>
          <a:prstGeom prst="roundRect">
            <a:avLst>
              <a:gd name="adj" fmla="val 29851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608251" y="1090613"/>
            <a:ext cx="142875" cy="142875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16817801" y="1088231"/>
            <a:ext cx="30814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975" dirty="0"/>
          </a:p>
        </p:txBody>
      </p:sp>
      <p:sp>
        <p:nvSpPr>
          <p:cNvPr id="62" name="Shape 45"/>
          <p:cNvSpPr/>
          <p:nvPr/>
        </p:nvSpPr>
        <p:spPr>
          <a:xfrm>
            <a:off x="2514600" y="1657350"/>
            <a:ext cx="7353300" cy="2352675"/>
          </a:xfrm>
          <a:prstGeom prst="roundRect">
            <a:avLst>
              <a:gd name="adj" fmla="val 64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3" name="Shape 46"/>
          <p:cNvSpPr/>
          <p:nvPr/>
        </p:nvSpPr>
        <p:spPr>
          <a:xfrm>
            <a:off x="2695575" y="1874044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64" name="Text 47"/>
          <p:cNvSpPr/>
          <p:nvPr/>
        </p:nvSpPr>
        <p:spPr>
          <a:xfrm>
            <a:off x="2876550" y="1847850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전압</a:t>
            </a:r>
            <a:endParaRPr lang="en-US" sz="1050" dirty="0"/>
          </a:p>
        </p:txBody>
      </p:sp>
      <p:sp>
        <p:nvSpPr>
          <p:cNvPr id="65" name="Text 48"/>
          <p:cNvSpPr/>
          <p:nvPr/>
        </p:nvSpPr>
        <p:spPr>
          <a:xfrm>
            <a:off x="9203903" y="1838325"/>
            <a:ext cx="55922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10.64V</a:t>
            </a:r>
            <a:endParaRPr lang="en-US" sz="1200" dirty="0"/>
          </a:p>
        </p:txBody>
      </p:sp>
      <p:sp>
        <p:nvSpPr>
          <p:cNvPr id="66" name="Text 49"/>
          <p:cNvSpPr/>
          <p:nvPr/>
        </p:nvSpPr>
        <p:spPr>
          <a:xfrm>
            <a:off x="2619375" y="2147888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11.65V</a:t>
            </a:r>
            <a:endParaRPr lang="en-US" sz="750" dirty="0"/>
          </a:p>
        </p:txBody>
      </p:sp>
      <p:sp>
        <p:nvSpPr>
          <p:cNvPr id="67" name="Text 50"/>
          <p:cNvSpPr/>
          <p:nvPr/>
        </p:nvSpPr>
        <p:spPr>
          <a:xfrm>
            <a:off x="2619375" y="2573313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11.30V</a:t>
            </a:r>
            <a:endParaRPr lang="en-US" sz="750" dirty="0"/>
          </a:p>
        </p:txBody>
      </p:sp>
      <p:sp>
        <p:nvSpPr>
          <p:cNvPr id="68" name="Text 51"/>
          <p:cNvSpPr/>
          <p:nvPr/>
        </p:nvSpPr>
        <p:spPr>
          <a:xfrm>
            <a:off x="2619375" y="2998812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10.97V</a:t>
            </a:r>
            <a:endParaRPr lang="en-US" sz="750" dirty="0"/>
          </a:p>
        </p:txBody>
      </p:sp>
      <p:sp>
        <p:nvSpPr>
          <p:cNvPr id="69" name="Text 52"/>
          <p:cNvSpPr/>
          <p:nvPr/>
        </p:nvSpPr>
        <p:spPr>
          <a:xfrm>
            <a:off x="2619375" y="3424238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10.64V</a:t>
            </a:r>
            <a:endParaRPr lang="en-US" sz="750" dirty="0"/>
          </a:p>
        </p:txBody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190875" y="2128838"/>
            <a:ext cx="6496050" cy="1428750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3190875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72" name="Text 54"/>
          <p:cNvSpPr/>
          <p:nvPr/>
        </p:nvSpPr>
        <p:spPr>
          <a:xfrm>
            <a:off x="4239592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73" name="Text 55"/>
          <p:cNvSpPr/>
          <p:nvPr/>
        </p:nvSpPr>
        <p:spPr>
          <a:xfrm>
            <a:off x="5288235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74" name="Text 56"/>
          <p:cNvSpPr/>
          <p:nvPr/>
        </p:nvSpPr>
        <p:spPr>
          <a:xfrm>
            <a:off x="6336953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75" name="Text 57"/>
          <p:cNvSpPr/>
          <p:nvPr/>
        </p:nvSpPr>
        <p:spPr>
          <a:xfrm>
            <a:off x="7385596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76" name="Text 58"/>
          <p:cNvSpPr/>
          <p:nvPr/>
        </p:nvSpPr>
        <p:spPr>
          <a:xfrm>
            <a:off x="8434313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77" name="Text 59"/>
          <p:cNvSpPr/>
          <p:nvPr/>
        </p:nvSpPr>
        <p:spPr>
          <a:xfrm>
            <a:off x="9482956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78" name="Shape 60"/>
          <p:cNvSpPr/>
          <p:nvPr/>
        </p:nvSpPr>
        <p:spPr>
          <a:xfrm>
            <a:off x="10020300" y="1657350"/>
            <a:ext cx="7353300" cy="2352675"/>
          </a:xfrm>
          <a:prstGeom prst="roundRect">
            <a:avLst>
              <a:gd name="adj" fmla="val 64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9" name="Shape 61"/>
          <p:cNvSpPr/>
          <p:nvPr/>
        </p:nvSpPr>
        <p:spPr>
          <a:xfrm>
            <a:off x="10201275" y="1874044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80" name="Text 62"/>
          <p:cNvSpPr/>
          <p:nvPr/>
        </p:nvSpPr>
        <p:spPr>
          <a:xfrm>
            <a:off x="10382250" y="1847850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전류</a:t>
            </a:r>
            <a:endParaRPr lang="en-US" sz="1050" dirty="0"/>
          </a:p>
        </p:txBody>
      </p:sp>
      <p:sp>
        <p:nvSpPr>
          <p:cNvPr id="81" name="Text 63"/>
          <p:cNvSpPr/>
          <p:nvPr/>
        </p:nvSpPr>
        <p:spPr>
          <a:xfrm>
            <a:off x="16879119" y="1838325"/>
            <a:ext cx="38970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1.1A</a:t>
            </a:r>
            <a:endParaRPr lang="en-US" sz="1200" dirty="0"/>
          </a:p>
        </p:txBody>
      </p:sp>
      <p:sp>
        <p:nvSpPr>
          <p:cNvPr id="82" name="Text 64"/>
          <p:cNvSpPr/>
          <p:nvPr/>
        </p:nvSpPr>
        <p:spPr>
          <a:xfrm>
            <a:off x="10125075" y="2147888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2.7A</a:t>
            </a:r>
            <a:endParaRPr lang="en-US" sz="750" dirty="0"/>
          </a:p>
        </p:txBody>
      </p:sp>
      <p:sp>
        <p:nvSpPr>
          <p:cNvPr id="83" name="Text 65"/>
          <p:cNvSpPr/>
          <p:nvPr/>
        </p:nvSpPr>
        <p:spPr>
          <a:xfrm>
            <a:off x="10125075" y="2573313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2.1A</a:t>
            </a:r>
            <a:endParaRPr lang="en-US" sz="750" dirty="0"/>
          </a:p>
        </p:txBody>
      </p:sp>
      <p:sp>
        <p:nvSpPr>
          <p:cNvPr id="84" name="Text 66"/>
          <p:cNvSpPr/>
          <p:nvPr/>
        </p:nvSpPr>
        <p:spPr>
          <a:xfrm>
            <a:off x="10125075" y="2998812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1.6A</a:t>
            </a:r>
            <a:endParaRPr lang="en-US" sz="750" dirty="0"/>
          </a:p>
        </p:txBody>
      </p:sp>
      <p:sp>
        <p:nvSpPr>
          <p:cNvPr id="85" name="Text 67"/>
          <p:cNvSpPr/>
          <p:nvPr/>
        </p:nvSpPr>
        <p:spPr>
          <a:xfrm>
            <a:off x="10125075" y="3424238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1.1A</a:t>
            </a:r>
            <a:endParaRPr lang="en-US" sz="750" dirty="0"/>
          </a:p>
        </p:txBody>
      </p:sp>
      <p:pic>
        <p:nvPicPr>
          <p:cNvPr id="8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696575" y="2128838"/>
            <a:ext cx="6496050" cy="1428750"/>
          </a:xfrm>
          <a:prstGeom prst="rect">
            <a:avLst/>
          </a:prstGeom>
        </p:spPr>
      </p:pic>
      <p:sp>
        <p:nvSpPr>
          <p:cNvPr id="87" name="Text 68"/>
          <p:cNvSpPr/>
          <p:nvPr/>
        </p:nvSpPr>
        <p:spPr>
          <a:xfrm>
            <a:off x="10696575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88" name="Text 69"/>
          <p:cNvSpPr/>
          <p:nvPr/>
        </p:nvSpPr>
        <p:spPr>
          <a:xfrm>
            <a:off x="11745292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89" name="Text 70"/>
          <p:cNvSpPr/>
          <p:nvPr/>
        </p:nvSpPr>
        <p:spPr>
          <a:xfrm>
            <a:off x="12793935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90" name="Text 71"/>
          <p:cNvSpPr/>
          <p:nvPr/>
        </p:nvSpPr>
        <p:spPr>
          <a:xfrm>
            <a:off x="13842653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91" name="Text 72"/>
          <p:cNvSpPr/>
          <p:nvPr/>
        </p:nvSpPr>
        <p:spPr>
          <a:xfrm>
            <a:off x="14891296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92" name="Text 73"/>
          <p:cNvSpPr/>
          <p:nvPr/>
        </p:nvSpPr>
        <p:spPr>
          <a:xfrm>
            <a:off x="15940013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93" name="Text 74"/>
          <p:cNvSpPr/>
          <p:nvPr/>
        </p:nvSpPr>
        <p:spPr>
          <a:xfrm>
            <a:off x="16988656" y="3705225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94" name="Shape 75"/>
          <p:cNvSpPr/>
          <p:nvPr/>
        </p:nvSpPr>
        <p:spPr>
          <a:xfrm>
            <a:off x="2514600" y="4162425"/>
            <a:ext cx="7353300" cy="2352675"/>
          </a:xfrm>
          <a:prstGeom prst="roundRect">
            <a:avLst>
              <a:gd name="adj" fmla="val 64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95" name="Shape 76"/>
          <p:cNvSpPr/>
          <p:nvPr/>
        </p:nvSpPr>
        <p:spPr>
          <a:xfrm>
            <a:off x="2695575" y="437911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96" name="Text 77"/>
          <p:cNvSpPr/>
          <p:nvPr/>
        </p:nvSpPr>
        <p:spPr>
          <a:xfrm>
            <a:off x="2876550" y="4352925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</a:t>
            </a:r>
            <a:endParaRPr lang="en-US" sz="1050" dirty="0"/>
          </a:p>
        </p:txBody>
      </p:sp>
      <p:sp>
        <p:nvSpPr>
          <p:cNvPr id="97" name="Text 78"/>
          <p:cNvSpPr/>
          <p:nvPr/>
        </p:nvSpPr>
        <p:spPr>
          <a:xfrm>
            <a:off x="9219307" y="4343400"/>
            <a:ext cx="54381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26.0°C</a:t>
            </a:r>
            <a:endParaRPr lang="en-US" sz="1200" dirty="0"/>
          </a:p>
        </p:txBody>
      </p:sp>
      <p:sp>
        <p:nvSpPr>
          <p:cNvPr id="98" name="Text 79"/>
          <p:cNvSpPr/>
          <p:nvPr/>
        </p:nvSpPr>
        <p:spPr>
          <a:xfrm>
            <a:off x="2619375" y="4652963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43.3°C</a:t>
            </a:r>
            <a:endParaRPr lang="en-US" sz="750" dirty="0"/>
          </a:p>
        </p:txBody>
      </p:sp>
      <p:sp>
        <p:nvSpPr>
          <p:cNvPr id="99" name="Text 80"/>
          <p:cNvSpPr/>
          <p:nvPr/>
        </p:nvSpPr>
        <p:spPr>
          <a:xfrm>
            <a:off x="2619375" y="5078388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37.4°C</a:t>
            </a:r>
            <a:endParaRPr lang="en-US" sz="750" dirty="0"/>
          </a:p>
        </p:txBody>
      </p:sp>
      <p:sp>
        <p:nvSpPr>
          <p:cNvPr id="100" name="Text 81"/>
          <p:cNvSpPr/>
          <p:nvPr/>
        </p:nvSpPr>
        <p:spPr>
          <a:xfrm>
            <a:off x="2619375" y="5503887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31.7°C</a:t>
            </a:r>
            <a:endParaRPr lang="en-US" sz="750" dirty="0"/>
          </a:p>
        </p:txBody>
      </p:sp>
      <p:sp>
        <p:nvSpPr>
          <p:cNvPr id="101" name="Text 82"/>
          <p:cNvSpPr/>
          <p:nvPr/>
        </p:nvSpPr>
        <p:spPr>
          <a:xfrm>
            <a:off x="2619375" y="5929313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26.0°C</a:t>
            </a:r>
            <a:endParaRPr lang="en-US" sz="750" dirty="0"/>
          </a:p>
        </p:txBody>
      </p:sp>
      <p:pic>
        <p:nvPicPr>
          <p:cNvPr id="102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190875" y="4633913"/>
            <a:ext cx="6496050" cy="1428750"/>
          </a:xfrm>
          <a:prstGeom prst="rect">
            <a:avLst/>
          </a:prstGeom>
        </p:spPr>
      </p:pic>
      <p:sp>
        <p:nvSpPr>
          <p:cNvPr id="103" name="Text 83"/>
          <p:cNvSpPr/>
          <p:nvPr/>
        </p:nvSpPr>
        <p:spPr>
          <a:xfrm>
            <a:off x="3190875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104" name="Text 84"/>
          <p:cNvSpPr/>
          <p:nvPr/>
        </p:nvSpPr>
        <p:spPr>
          <a:xfrm>
            <a:off x="4239592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105" name="Text 85"/>
          <p:cNvSpPr/>
          <p:nvPr/>
        </p:nvSpPr>
        <p:spPr>
          <a:xfrm>
            <a:off x="5288235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106" name="Text 86"/>
          <p:cNvSpPr/>
          <p:nvPr/>
        </p:nvSpPr>
        <p:spPr>
          <a:xfrm>
            <a:off x="6336953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107" name="Text 87"/>
          <p:cNvSpPr/>
          <p:nvPr/>
        </p:nvSpPr>
        <p:spPr>
          <a:xfrm>
            <a:off x="7385596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108" name="Text 88"/>
          <p:cNvSpPr/>
          <p:nvPr/>
        </p:nvSpPr>
        <p:spPr>
          <a:xfrm>
            <a:off x="8434313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09" name="Text 89"/>
          <p:cNvSpPr/>
          <p:nvPr/>
        </p:nvSpPr>
        <p:spPr>
          <a:xfrm>
            <a:off x="9482956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110" name="Shape 90"/>
          <p:cNvSpPr/>
          <p:nvPr/>
        </p:nvSpPr>
        <p:spPr>
          <a:xfrm>
            <a:off x="10020300" y="4162425"/>
            <a:ext cx="7353300" cy="2352675"/>
          </a:xfrm>
          <a:prstGeom prst="roundRect">
            <a:avLst>
              <a:gd name="adj" fmla="val 647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11" name="Shape 91"/>
          <p:cNvSpPr/>
          <p:nvPr/>
        </p:nvSpPr>
        <p:spPr>
          <a:xfrm>
            <a:off x="10201275" y="4379119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12" name="Text 92"/>
          <p:cNvSpPr/>
          <p:nvPr/>
        </p:nvSpPr>
        <p:spPr>
          <a:xfrm>
            <a:off x="10382250" y="4355306"/>
            <a:ext cx="3652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050" dirty="0"/>
          </a:p>
        </p:txBody>
      </p:sp>
      <p:sp>
        <p:nvSpPr>
          <p:cNvPr id="113" name="Text 93"/>
          <p:cNvSpPr/>
          <p:nvPr/>
        </p:nvSpPr>
        <p:spPr>
          <a:xfrm>
            <a:off x="16887602" y="4343400"/>
            <a:ext cx="3812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200" dirty="0"/>
          </a:p>
        </p:txBody>
      </p:sp>
      <p:sp>
        <p:nvSpPr>
          <p:cNvPr id="114" name="Text 94"/>
          <p:cNvSpPr/>
          <p:nvPr/>
        </p:nvSpPr>
        <p:spPr>
          <a:xfrm>
            <a:off x="10125075" y="4652963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750" dirty="0"/>
          </a:p>
        </p:txBody>
      </p:sp>
      <p:sp>
        <p:nvSpPr>
          <p:cNvPr id="115" name="Text 95"/>
          <p:cNvSpPr/>
          <p:nvPr/>
        </p:nvSpPr>
        <p:spPr>
          <a:xfrm>
            <a:off x="10125075" y="5078388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750" dirty="0"/>
          </a:p>
        </p:txBody>
      </p:sp>
      <p:sp>
        <p:nvSpPr>
          <p:cNvPr id="116" name="Text 96"/>
          <p:cNvSpPr/>
          <p:nvPr/>
        </p:nvSpPr>
        <p:spPr>
          <a:xfrm>
            <a:off x="10125075" y="5503887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750" dirty="0"/>
          </a:p>
        </p:txBody>
      </p:sp>
      <p:sp>
        <p:nvSpPr>
          <p:cNvPr id="117" name="Text 97"/>
          <p:cNvSpPr/>
          <p:nvPr/>
        </p:nvSpPr>
        <p:spPr>
          <a:xfrm>
            <a:off x="10125075" y="5929313"/>
            <a:ext cx="495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750" dirty="0"/>
          </a:p>
        </p:txBody>
      </p:sp>
      <p:pic>
        <p:nvPicPr>
          <p:cNvPr id="118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696575" y="4633913"/>
            <a:ext cx="6496050" cy="1428750"/>
          </a:xfrm>
          <a:prstGeom prst="rect">
            <a:avLst/>
          </a:prstGeom>
        </p:spPr>
      </p:pic>
      <p:sp>
        <p:nvSpPr>
          <p:cNvPr id="119" name="Text 98"/>
          <p:cNvSpPr/>
          <p:nvPr/>
        </p:nvSpPr>
        <p:spPr>
          <a:xfrm>
            <a:off x="10696575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825" dirty="0"/>
          </a:p>
        </p:txBody>
      </p:sp>
      <p:sp>
        <p:nvSpPr>
          <p:cNvPr id="120" name="Text 99"/>
          <p:cNvSpPr/>
          <p:nvPr/>
        </p:nvSpPr>
        <p:spPr>
          <a:xfrm>
            <a:off x="11745292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</a:t>
            </a:r>
            <a:endParaRPr lang="en-US" sz="825" dirty="0"/>
          </a:p>
        </p:txBody>
      </p:sp>
      <p:sp>
        <p:nvSpPr>
          <p:cNvPr id="121" name="Text 100"/>
          <p:cNvSpPr/>
          <p:nvPr/>
        </p:nvSpPr>
        <p:spPr>
          <a:xfrm>
            <a:off x="12793935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6/25</a:t>
            </a:r>
            <a:endParaRPr lang="en-US" sz="825" dirty="0"/>
          </a:p>
        </p:txBody>
      </p:sp>
      <p:sp>
        <p:nvSpPr>
          <p:cNvPr id="122" name="Text 101"/>
          <p:cNvSpPr/>
          <p:nvPr/>
        </p:nvSpPr>
        <p:spPr>
          <a:xfrm>
            <a:off x="13842653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825" dirty="0"/>
          </a:p>
        </p:txBody>
      </p:sp>
      <p:sp>
        <p:nvSpPr>
          <p:cNvPr id="123" name="Text 102"/>
          <p:cNvSpPr/>
          <p:nvPr/>
        </p:nvSpPr>
        <p:spPr>
          <a:xfrm>
            <a:off x="14891296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</a:t>
            </a:r>
            <a:endParaRPr lang="en-US" sz="825" dirty="0"/>
          </a:p>
        </p:txBody>
      </p:sp>
      <p:sp>
        <p:nvSpPr>
          <p:cNvPr id="124" name="Text 103"/>
          <p:cNvSpPr/>
          <p:nvPr/>
        </p:nvSpPr>
        <p:spPr>
          <a:xfrm>
            <a:off x="15940013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25" name="Text 104"/>
          <p:cNvSpPr/>
          <p:nvPr/>
        </p:nvSpPr>
        <p:spPr>
          <a:xfrm>
            <a:off x="16988656" y="6210300"/>
            <a:ext cx="28016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825" dirty="0"/>
          </a:p>
        </p:txBody>
      </p:sp>
      <p:sp>
        <p:nvSpPr>
          <p:cNvPr id="126" name="Shape 105"/>
          <p:cNvSpPr/>
          <p:nvPr/>
        </p:nvSpPr>
        <p:spPr>
          <a:xfrm>
            <a:off x="2514600" y="6686550"/>
            <a:ext cx="148590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27" name="Shape 106"/>
          <p:cNvSpPr/>
          <p:nvPr/>
        </p:nvSpPr>
        <p:spPr>
          <a:xfrm>
            <a:off x="2714625" y="6886575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1FF"/>
          </a:solidFill>
          <a:ln/>
        </p:spPr>
        <p:txBody>
          <a:bodyPr/>
          <a:p/>
        </p:txBody>
      </p:sp>
      <p:pic>
        <p:nvPicPr>
          <p:cNvPr id="128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809875" y="6981825"/>
            <a:ext cx="190500" cy="190500"/>
          </a:xfrm>
          <a:prstGeom prst="rect">
            <a:avLst/>
          </a:prstGeom>
        </p:spPr>
      </p:pic>
      <p:sp>
        <p:nvSpPr>
          <p:cNvPr id="129" name="Text 107"/>
          <p:cNvSpPr/>
          <p:nvPr/>
        </p:nvSpPr>
        <p:spPr>
          <a:xfrm>
            <a:off x="3228975" y="6929438"/>
            <a:ext cx="141547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배터리 / 세션 비교</a:t>
            </a:r>
            <a:endParaRPr lang="en-US" sz="1050" dirty="0"/>
          </a:p>
        </p:txBody>
      </p:sp>
      <p:sp>
        <p:nvSpPr>
          <p:cNvPr id="130" name="Text 108"/>
          <p:cNvSpPr/>
          <p:nvPr/>
        </p:nvSpPr>
        <p:spPr>
          <a:xfrm>
            <a:off x="3228975" y="7086600"/>
            <a:ext cx="141547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겹쳐 보기 1개 선택됨</a:t>
            </a:r>
            <a:endParaRPr lang="en-US" sz="900" dirty="0"/>
          </a:p>
        </p:txBody>
      </p:sp>
      <p:sp>
        <p:nvSpPr>
          <p:cNvPr id="131" name="Shape 109"/>
          <p:cNvSpPr/>
          <p:nvPr/>
        </p:nvSpPr>
        <p:spPr>
          <a:xfrm>
            <a:off x="16230302" y="6908006"/>
            <a:ext cx="943273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sp>
        <p:nvSpPr>
          <p:cNvPr id="132" name="Text 110"/>
          <p:cNvSpPr/>
          <p:nvPr/>
        </p:nvSpPr>
        <p:spPr>
          <a:xfrm>
            <a:off x="16382702" y="7003256"/>
            <a:ext cx="5336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추가</a:t>
            </a:r>
            <a:endParaRPr lang="en-US" sz="975" dirty="0"/>
          </a:p>
        </p:txBody>
      </p:sp>
      <p:pic>
        <p:nvPicPr>
          <p:cNvPr id="13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6897350" y="7015163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1" name="Text 19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2" name="Text 20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3" name="Text 21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028950" y="133350"/>
            <a:ext cx="1370997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디바이스 관리</a:t>
            </a:r>
            <a:endParaRPr lang="en-US" sz="1275" dirty="0"/>
          </a:p>
        </p:txBody>
      </p:sp>
      <p:sp>
        <p:nvSpPr>
          <p:cNvPr id="40" name="Text 27"/>
          <p:cNvSpPr/>
          <p:nvPr/>
        </p:nvSpPr>
        <p:spPr>
          <a:xfrm>
            <a:off x="3028950" y="328613"/>
            <a:ext cx="137099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장비 등록 및 연동 상태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30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7" name="Shape 32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8" name="Text 33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49" name="Shape 34"/>
          <p:cNvSpPr/>
          <p:nvPr/>
        </p:nvSpPr>
        <p:spPr>
          <a:xfrm>
            <a:off x="2514600" y="838200"/>
            <a:ext cx="981819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0" name="Text 35"/>
          <p:cNvSpPr/>
          <p:nvPr/>
        </p:nvSpPr>
        <p:spPr>
          <a:xfrm>
            <a:off x="2695575" y="962025"/>
            <a:ext cx="69606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디바이스</a:t>
            </a:r>
            <a:endParaRPr lang="en-US" sz="900" dirty="0"/>
          </a:p>
        </p:txBody>
      </p:sp>
      <p:sp>
        <p:nvSpPr>
          <p:cNvPr id="51" name="Text 36"/>
          <p:cNvSpPr/>
          <p:nvPr/>
        </p:nvSpPr>
        <p:spPr>
          <a:xfrm>
            <a:off x="2695575" y="1100138"/>
            <a:ext cx="69606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Shape 37"/>
          <p:cNvSpPr/>
          <p:nvPr/>
        </p:nvSpPr>
        <p:spPr>
          <a:xfrm>
            <a:off x="3591669" y="838200"/>
            <a:ext cx="658341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3" name="Text 38"/>
          <p:cNvSpPr/>
          <p:nvPr/>
        </p:nvSpPr>
        <p:spPr>
          <a:xfrm>
            <a:off x="3772644" y="962025"/>
            <a:ext cx="37259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</a:t>
            </a:r>
            <a:endParaRPr lang="en-US" sz="900" dirty="0"/>
          </a:p>
        </p:txBody>
      </p:sp>
      <p:sp>
        <p:nvSpPr>
          <p:cNvPr id="54" name="Text 39"/>
          <p:cNvSpPr/>
          <p:nvPr/>
        </p:nvSpPr>
        <p:spPr>
          <a:xfrm>
            <a:off x="3772644" y="1100138"/>
            <a:ext cx="3725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5" name="Shape 40"/>
          <p:cNvSpPr/>
          <p:nvPr/>
        </p:nvSpPr>
        <p:spPr>
          <a:xfrm>
            <a:off x="4345260" y="838200"/>
            <a:ext cx="757089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6" name="Text 41"/>
          <p:cNvSpPr/>
          <p:nvPr/>
        </p:nvSpPr>
        <p:spPr>
          <a:xfrm>
            <a:off x="4526235" y="962025"/>
            <a:ext cx="47133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오프라인</a:t>
            </a:r>
            <a:endParaRPr lang="en-US" sz="900" dirty="0"/>
          </a:p>
        </p:txBody>
      </p:sp>
      <p:sp>
        <p:nvSpPr>
          <p:cNvPr id="57" name="Text 42"/>
          <p:cNvSpPr/>
          <p:nvPr/>
        </p:nvSpPr>
        <p:spPr>
          <a:xfrm>
            <a:off x="4526235" y="1100138"/>
            <a:ext cx="4713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Shape 43"/>
          <p:cNvSpPr/>
          <p:nvPr/>
        </p:nvSpPr>
        <p:spPr>
          <a:xfrm>
            <a:off x="2514600" y="1657350"/>
            <a:ext cx="73533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9" name="Shape 44"/>
          <p:cNvSpPr/>
          <p:nvPr/>
        </p:nvSpPr>
        <p:spPr>
          <a:xfrm>
            <a:off x="2714625" y="18573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1FF"/>
          </a:solidFill>
          <a:ln/>
        </p:spPr>
        <p:txBody>
          <a:bodyPr/>
          <a:p/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819400" y="1962150"/>
            <a:ext cx="209550" cy="20955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3248025" y="1914525"/>
            <a:ext cx="61326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진단기 A — BMS-2400</a:t>
            </a:r>
            <a:endParaRPr lang="en-US" sz="1125" dirty="0"/>
          </a:p>
        </p:txBody>
      </p:sp>
      <p:sp>
        <p:nvSpPr>
          <p:cNvPr id="62" name="Text 46"/>
          <p:cNvSpPr/>
          <p:nvPr/>
        </p:nvSpPr>
        <p:spPr>
          <a:xfrm>
            <a:off x="3248025" y="2085975"/>
            <a:ext cx="61326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SN-00124 · Raspberry Pi 5</a:t>
            </a:r>
            <a:endParaRPr lang="en-US" sz="900" dirty="0"/>
          </a:p>
        </p:txBody>
      </p:sp>
      <p:sp>
        <p:nvSpPr>
          <p:cNvPr id="63" name="Shape 47"/>
          <p:cNvSpPr/>
          <p:nvPr/>
        </p:nvSpPr>
        <p:spPr>
          <a:xfrm>
            <a:off x="8937501" y="1962150"/>
            <a:ext cx="730374" cy="209550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64" name="Shape 48"/>
          <p:cNvSpPr/>
          <p:nvPr/>
        </p:nvSpPr>
        <p:spPr>
          <a:xfrm>
            <a:off x="9032751" y="2038350"/>
            <a:ext cx="57150" cy="5715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65" name="Text 49"/>
          <p:cNvSpPr/>
          <p:nvPr/>
        </p:nvSpPr>
        <p:spPr>
          <a:xfrm>
            <a:off x="9147051" y="2000250"/>
            <a:ext cx="50177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66" name="Text 50"/>
          <p:cNvSpPr/>
          <p:nvPr/>
        </p:nvSpPr>
        <p:spPr>
          <a:xfrm>
            <a:off x="2714625" y="24098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수신</a:t>
            </a:r>
            <a:endParaRPr lang="en-US" sz="975" dirty="0"/>
          </a:p>
        </p:txBody>
      </p:sp>
      <p:sp>
        <p:nvSpPr>
          <p:cNvPr id="67" name="Text 51"/>
          <p:cNvSpPr/>
          <p:nvPr/>
        </p:nvSpPr>
        <p:spPr>
          <a:xfrm>
            <a:off x="2714625" y="25622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방금 전</a:t>
            </a:r>
            <a:endParaRPr lang="en-US" sz="975" dirty="0"/>
          </a:p>
        </p:txBody>
      </p:sp>
      <p:sp>
        <p:nvSpPr>
          <p:cNvPr id="68" name="Text 52"/>
          <p:cNvSpPr/>
          <p:nvPr/>
        </p:nvSpPr>
        <p:spPr>
          <a:xfrm>
            <a:off x="3367980" y="2409825"/>
            <a:ext cx="6462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배터리</a:t>
            </a:r>
            <a:endParaRPr lang="en-US" sz="975" dirty="0"/>
          </a:p>
        </p:txBody>
      </p:sp>
      <p:sp>
        <p:nvSpPr>
          <p:cNvPr id="69" name="Text 53"/>
          <p:cNvSpPr/>
          <p:nvPr/>
        </p:nvSpPr>
        <p:spPr>
          <a:xfrm>
            <a:off x="3367980" y="2562225"/>
            <a:ext cx="65209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70" name="Text 54"/>
          <p:cNvSpPr/>
          <p:nvPr/>
        </p:nvSpPr>
        <p:spPr>
          <a:xfrm>
            <a:off x="4134371" y="24098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모드</a:t>
            </a:r>
            <a:endParaRPr lang="en-US" sz="975" dirty="0"/>
          </a:p>
        </p:txBody>
      </p:sp>
      <p:sp>
        <p:nvSpPr>
          <p:cNvPr id="71" name="Text 55"/>
          <p:cNvSpPr/>
          <p:nvPr/>
        </p:nvSpPr>
        <p:spPr>
          <a:xfrm>
            <a:off x="4134371" y="25622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1</a:t>
            </a:r>
            <a:endParaRPr lang="en-US" sz="975" dirty="0"/>
          </a:p>
        </p:txBody>
      </p:sp>
      <p:sp>
        <p:nvSpPr>
          <p:cNvPr id="72" name="Shape 56"/>
          <p:cNvSpPr/>
          <p:nvPr/>
        </p:nvSpPr>
        <p:spPr>
          <a:xfrm>
            <a:off x="10020300" y="1657350"/>
            <a:ext cx="73533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3" name="Shape 57"/>
          <p:cNvSpPr/>
          <p:nvPr/>
        </p:nvSpPr>
        <p:spPr>
          <a:xfrm>
            <a:off x="10220325" y="18573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1FF"/>
          </a:solidFill>
          <a:ln/>
        </p:spPr>
        <p:txBody>
          <a:bodyPr/>
          <a:p/>
        </p:txBody>
      </p:sp>
      <p:pic>
        <p:nvPicPr>
          <p:cNvPr id="7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325100" y="1962150"/>
            <a:ext cx="209550" cy="209550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10753725" y="1914525"/>
            <a:ext cx="61326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진단기 B — BMS-2401</a:t>
            </a:r>
            <a:endParaRPr lang="en-US" sz="1125" dirty="0"/>
          </a:p>
        </p:txBody>
      </p:sp>
      <p:sp>
        <p:nvSpPr>
          <p:cNvPr id="76" name="Text 59"/>
          <p:cNvSpPr/>
          <p:nvPr/>
        </p:nvSpPr>
        <p:spPr>
          <a:xfrm>
            <a:off x="10753725" y="2085975"/>
            <a:ext cx="61326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SN-00125 · Raspberry Pi 5</a:t>
            </a:r>
            <a:endParaRPr lang="en-US" sz="900" dirty="0"/>
          </a:p>
        </p:txBody>
      </p:sp>
      <p:sp>
        <p:nvSpPr>
          <p:cNvPr id="77" name="Shape 60"/>
          <p:cNvSpPr/>
          <p:nvPr/>
        </p:nvSpPr>
        <p:spPr>
          <a:xfrm>
            <a:off x="16443201" y="1962150"/>
            <a:ext cx="730374" cy="209550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78" name="Shape 61"/>
          <p:cNvSpPr/>
          <p:nvPr/>
        </p:nvSpPr>
        <p:spPr>
          <a:xfrm>
            <a:off x="16538451" y="2038350"/>
            <a:ext cx="57150" cy="5715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79" name="Text 62"/>
          <p:cNvSpPr/>
          <p:nvPr/>
        </p:nvSpPr>
        <p:spPr>
          <a:xfrm>
            <a:off x="16652751" y="2000250"/>
            <a:ext cx="50177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80" name="Text 63"/>
          <p:cNvSpPr/>
          <p:nvPr/>
        </p:nvSpPr>
        <p:spPr>
          <a:xfrm>
            <a:off x="10220325" y="24098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수신</a:t>
            </a:r>
            <a:endParaRPr lang="en-US" sz="975" dirty="0"/>
          </a:p>
        </p:txBody>
      </p:sp>
      <p:sp>
        <p:nvSpPr>
          <p:cNvPr id="81" name="Text 64"/>
          <p:cNvSpPr/>
          <p:nvPr/>
        </p:nvSpPr>
        <p:spPr>
          <a:xfrm>
            <a:off x="10220325" y="25622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12초 전</a:t>
            </a:r>
            <a:endParaRPr lang="en-US" sz="975" dirty="0"/>
          </a:p>
        </p:txBody>
      </p:sp>
      <p:sp>
        <p:nvSpPr>
          <p:cNvPr id="82" name="Text 65"/>
          <p:cNvSpPr/>
          <p:nvPr/>
        </p:nvSpPr>
        <p:spPr>
          <a:xfrm>
            <a:off x="10873680" y="2409825"/>
            <a:ext cx="6462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배터리</a:t>
            </a:r>
            <a:endParaRPr lang="en-US" sz="975" dirty="0"/>
          </a:p>
        </p:txBody>
      </p:sp>
      <p:sp>
        <p:nvSpPr>
          <p:cNvPr id="83" name="Text 66"/>
          <p:cNvSpPr/>
          <p:nvPr/>
        </p:nvSpPr>
        <p:spPr>
          <a:xfrm>
            <a:off x="10873680" y="2562225"/>
            <a:ext cx="65209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PACK-004</a:t>
            </a:r>
            <a:endParaRPr lang="en-US" sz="975" dirty="0"/>
          </a:p>
        </p:txBody>
      </p:sp>
      <p:sp>
        <p:nvSpPr>
          <p:cNvPr id="84" name="Text 67"/>
          <p:cNvSpPr/>
          <p:nvPr/>
        </p:nvSpPr>
        <p:spPr>
          <a:xfrm>
            <a:off x="11640071" y="24098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모드</a:t>
            </a:r>
            <a:endParaRPr lang="en-US" sz="975" dirty="0"/>
          </a:p>
        </p:txBody>
      </p:sp>
      <p:sp>
        <p:nvSpPr>
          <p:cNvPr id="85" name="Text 68"/>
          <p:cNvSpPr/>
          <p:nvPr/>
        </p:nvSpPr>
        <p:spPr>
          <a:xfrm>
            <a:off x="11640071" y="25622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2</a:t>
            </a:r>
            <a:endParaRPr lang="en-US" sz="975" dirty="0"/>
          </a:p>
        </p:txBody>
      </p:sp>
      <p:sp>
        <p:nvSpPr>
          <p:cNvPr id="86" name="Shape 69"/>
          <p:cNvSpPr/>
          <p:nvPr/>
        </p:nvSpPr>
        <p:spPr>
          <a:xfrm>
            <a:off x="2514600" y="3067050"/>
            <a:ext cx="73533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FDE9D6"/>
            </a:solidFill>
            <a:prstDash val="solid"/>
          </a:ln>
        </p:spPr>
        <p:txBody>
          <a:bodyPr/>
          <a:p/>
        </p:txBody>
      </p:sp>
      <p:sp>
        <p:nvSpPr>
          <p:cNvPr id="87" name="Shape 70"/>
          <p:cNvSpPr/>
          <p:nvPr/>
        </p:nvSpPr>
        <p:spPr>
          <a:xfrm>
            <a:off x="2714625" y="32670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EF6E7"/>
          </a:solidFill>
          <a:ln/>
        </p:spPr>
        <p:txBody>
          <a:bodyPr/>
          <a:p/>
        </p:txBody>
      </p:sp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819400" y="3371850"/>
            <a:ext cx="209550" cy="209550"/>
          </a:xfrm>
          <a:prstGeom prst="rect">
            <a:avLst/>
          </a:prstGeom>
        </p:spPr>
      </p:pic>
      <p:sp>
        <p:nvSpPr>
          <p:cNvPr id="89" name="Text 71"/>
          <p:cNvSpPr/>
          <p:nvPr/>
        </p:nvSpPr>
        <p:spPr>
          <a:xfrm>
            <a:off x="3248025" y="3324225"/>
            <a:ext cx="60231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진단기 C — BMS-2402</a:t>
            </a:r>
            <a:endParaRPr lang="en-US" sz="1125" dirty="0"/>
          </a:p>
        </p:txBody>
      </p:sp>
      <p:sp>
        <p:nvSpPr>
          <p:cNvPr id="90" name="Text 72"/>
          <p:cNvSpPr/>
          <p:nvPr/>
        </p:nvSpPr>
        <p:spPr>
          <a:xfrm>
            <a:off x="3248025" y="3495675"/>
            <a:ext cx="602317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SN-00126 · Raspberry Pi 4</a:t>
            </a:r>
            <a:endParaRPr lang="en-US" sz="900" dirty="0"/>
          </a:p>
        </p:txBody>
      </p:sp>
      <p:sp>
        <p:nvSpPr>
          <p:cNvPr id="91" name="Shape 73"/>
          <p:cNvSpPr/>
          <p:nvPr/>
        </p:nvSpPr>
        <p:spPr>
          <a:xfrm>
            <a:off x="8837935" y="3371850"/>
            <a:ext cx="829940" cy="209550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92" name="Shape 74"/>
          <p:cNvSpPr/>
          <p:nvPr/>
        </p:nvSpPr>
        <p:spPr>
          <a:xfrm>
            <a:off x="8933185" y="3448050"/>
            <a:ext cx="57150" cy="5715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93" name="Text 75"/>
          <p:cNvSpPr/>
          <p:nvPr/>
        </p:nvSpPr>
        <p:spPr>
          <a:xfrm>
            <a:off x="9047485" y="3409950"/>
            <a:ext cx="6013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</a:t>
            </a:r>
            <a:endParaRPr lang="en-US" sz="900" dirty="0"/>
          </a:p>
        </p:txBody>
      </p:sp>
      <p:sp>
        <p:nvSpPr>
          <p:cNvPr id="94" name="Text 76"/>
          <p:cNvSpPr/>
          <p:nvPr/>
        </p:nvSpPr>
        <p:spPr>
          <a:xfrm>
            <a:off x="2714625" y="38195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수신</a:t>
            </a:r>
            <a:endParaRPr lang="en-US" sz="975" dirty="0"/>
          </a:p>
        </p:txBody>
      </p:sp>
      <p:sp>
        <p:nvSpPr>
          <p:cNvPr id="95" name="Text 77"/>
          <p:cNvSpPr/>
          <p:nvPr/>
        </p:nvSpPr>
        <p:spPr>
          <a:xfrm>
            <a:off x="2714625" y="39719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전</a:t>
            </a:r>
            <a:endParaRPr lang="en-US" sz="975" dirty="0"/>
          </a:p>
        </p:txBody>
      </p:sp>
      <p:sp>
        <p:nvSpPr>
          <p:cNvPr id="96" name="Text 78"/>
          <p:cNvSpPr/>
          <p:nvPr/>
        </p:nvSpPr>
        <p:spPr>
          <a:xfrm>
            <a:off x="3367980" y="3819525"/>
            <a:ext cx="6462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배터리</a:t>
            </a:r>
            <a:endParaRPr lang="en-US" sz="975" dirty="0"/>
          </a:p>
        </p:txBody>
      </p:sp>
      <p:sp>
        <p:nvSpPr>
          <p:cNvPr id="97" name="Text 79"/>
          <p:cNvSpPr/>
          <p:nvPr/>
        </p:nvSpPr>
        <p:spPr>
          <a:xfrm>
            <a:off x="3367980" y="3971925"/>
            <a:ext cx="65209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PACK-003</a:t>
            </a:r>
            <a:endParaRPr lang="en-US" sz="975" dirty="0"/>
          </a:p>
        </p:txBody>
      </p:sp>
      <p:sp>
        <p:nvSpPr>
          <p:cNvPr id="98" name="Text 80"/>
          <p:cNvSpPr/>
          <p:nvPr/>
        </p:nvSpPr>
        <p:spPr>
          <a:xfrm>
            <a:off x="4134371" y="38195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모드</a:t>
            </a:r>
            <a:endParaRPr lang="en-US" sz="975" dirty="0"/>
          </a:p>
        </p:txBody>
      </p:sp>
      <p:sp>
        <p:nvSpPr>
          <p:cNvPr id="99" name="Text 81"/>
          <p:cNvSpPr/>
          <p:nvPr/>
        </p:nvSpPr>
        <p:spPr>
          <a:xfrm>
            <a:off x="4134371" y="39719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3</a:t>
            </a:r>
            <a:endParaRPr lang="en-US" sz="975" dirty="0"/>
          </a:p>
        </p:txBody>
      </p:sp>
      <p:sp>
        <p:nvSpPr>
          <p:cNvPr id="100" name="Shape 82"/>
          <p:cNvSpPr/>
          <p:nvPr/>
        </p:nvSpPr>
        <p:spPr>
          <a:xfrm>
            <a:off x="10020300" y="3067050"/>
            <a:ext cx="7353300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ECE7DE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Shape 83"/>
          <p:cNvSpPr/>
          <p:nvPr/>
        </p:nvSpPr>
        <p:spPr>
          <a:xfrm>
            <a:off x="10220325" y="32670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0ECE4"/>
          </a:solidFill>
          <a:ln/>
        </p:spPr>
        <p:txBody>
          <a:bodyPr/>
          <a:p/>
        </p:txBody>
      </p:sp>
      <p:pic>
        <p:nvPicPr>
          <p:cNvPr id="102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325100" y="3371850"/>
            <a:ext cx="209550" cy="209550"/>
          </a:xfrm>
          <a:prstGeom prst="rect">
            <a:avLst/>
          </a:prstGeom>
        </p:spPr>
      </p:pic>
      <p:sp>
        <p:nvSpPr>
          <p:cNvPr id="103" name="Text 84"/>
          <p:cNvSpPr/>
          <p:nvPr/>
        </p:nvSpPr>
        <p:spPr>
          <a:xfrm>
            <a:off x="10753725" y="3324225"/>
            <a:ext cx="60699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진단기 D — BMS-2403</a:t>
            </a:r>
            <a:endParaRPr lang="en-US" sz="1125" dirty="0"/>
          </a:p>
        </p:txBody>
      </p:sp>
      <p:sp>
        <p:nvSpPr>
          <p:cNvPr id="104" name="Text 85"/>
          <p:cNvSpPr/>
          <p:nvPr/>
        </p:nvSpPr>
        <p:spPr>
          <a:xfrm>
            <a:off x="10753725" y="3495675"/>
            <a:ext cx="60699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SN-00127 · Raspberry Pi 4</a:t>
            </a:r>
            <a:endParaRPr lang="en-US" sz="900" dirty="0"/>
          </a:p>
        </p:txBody>
      </p:sp>
      <p:sp>
        <p:nvSpPr>
          <p:cNvPr id="105" name="Shape 86"/>
          <p:cNvSpPr/>
          <p:nvPr/>
        </p:nvSpPr>
        <p:spPr>
          <a:xfrm>
            <a:off x="16386125" y="3371850"/>
            <a:ext cx="787450" cy="20955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06" name="Shape 87"/>
          <p:cNvSpPr/>
          <p:nvPr/>
        </p:nvSpPr>
        <p:spPr>
          <a:xfrm>
            <a:off x="16481375" y="3448050"/>
            <a:ext cx="57150" cy="57150"/>
          </a:xfrm>
          <a:prstGeom prst="ellipse">
            <a:avLst/>
          </a:prstGeom>
          <a:solidFill>
            <a:srgbClr val="C7C1B6"/>
          </a:solidFill>
          <a:ln/>
        </p:spPr>
        <p:txBody>
          <a:bodyPr/>
          <a:p/>
        </p:txBody>
      </p:sp>
      <p:sp>
        <p:nvSpPr>
          <p:cNvPr id="107" name="Text 88"/>
          <p:cNvSpPr/>
          <p:nvPr/>
        </p:nvSpPr>
        <p:spPr>
          <a:xfrm>
            <a:off x="16595675" y="3409950"/>
            <a:ext cx="558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900" dirty="0"/>
          </a:p>
        </p:txBody>
      </p:sp>
      <p:sp>
        <p:nvSpPr>
          <p:cNvPr id="108" name="Text 89"/>
          <p:cNvSpPr/>
          <p:nvPr/>
        </p:nvSpPr>
        <p:spPr>
          <a:xfrm>
            <a:off x="10220325" y="38195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수신</a:t>
            </a:r>
            <a:endParaRPr lang="en-US" sz="975" dirty="0"/>
          </a:p>
        </p:txBody>
      </p:sp>
      <p:sp>
        <p:nvSpPr>
          <p:cNvPr id="109" name="Text 90"/>
          <p:cNvSpPr/>
          <p:nvPr/>
        </p:nvSpPr>
        <p:spPr>
          <a:xfrm>
            <a:off x="10220325" y="3971925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2시간 전</a:t>
            </a:r>
            <a:endParaRPr lang="en-US" sz="975" dirty="0"/>
          </a:p>
        </p:txBody>
      </p:sp>
      <p:sp>
        <p:nvSpPr>
          <p:cNvPr id="110" name="Text 91"/>
          <p:cNvSpPr/>
          <p:nvPr/>
        </p:nvSpPr>
        <p:spPr>
          <a:xfrm>
            <a:off x="10873680" y="3819525"/>
            <a:ext cx="6462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배터리</a:t>
            </a:r>
            <a:endParaRPr lang="en-US" sz="975" dirty="0"/>
          </a:p>
        </p:txBody>
      </p:sp>
      <p:sp>
        <p:nvSpPr>
          <p:cNvPr id="111" name="Text 92"/>
          <p:cNvSpPr/>
          <p:nvPr/>
        </p:nvSpPr>
        <p:spPr>
          <a:xfrm>
            <a:off x="10873680" y="3971925"/>
            <a:ext cx="64621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112" name="Text 93"/>
          <p:cNvSpPr/>
          <p:nvPr/>
        </p:nvSpPr>
        <p:spPr>
          <a:xfrm>
            <a:off x="11634192" y="3819525"/>
            <a:ext cx="539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모드</a:t>
            </a:r>
            <a:endParaRPr lang="en-US" sz="975" dirty="0"/>
          </a:p>
        </p:txBody>
      </p:sp>
      <p:sp>
        <p:nvSpPr>
          <p:cNvPr id="113" name="Text 94"/>
          <p:cNvSpPr/>
          <p:nvPr/>
        </p:nvSpPr>
        <p:spPr>
          <a:xfrm>
            <a:off x="11634192" y="3971925"/>
            <a:ext cx="5390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114300" y="240030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21744"/>
            <a:ext cx="690042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191964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19196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이벤트 목록 및 상세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2514600" y="838200"/>
            <a:ext cx="11173271" cy="36671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657475" y="945356"/>
            <a:ext cx="152400" cy="15240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2886075" y="942975"/>
            <a:ext cx="6900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검색</a:t>
            </a:r>
            <a:endParaRPr lang="en-US" sz="1050" dirty="0"/>
          </a:p>
        </p:txBody>
      </p:sp>
      <p:sp>
        <p:nvSpPr>
          <p:cNvPr id="53" name="Shape 37"/>
          <p:cNvSpPr/>
          <p:nvPr/>
        </p:nvSpPr>
        <p:spPr>
          <a:xfrm>
            <a:off x="13802171" y="850106"/>
            <a:ext cx="499988" cy="3429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4" name="Text 38"/>
          <p:cNvSpPr/>
          <p:nvPr/>
        </p:nvSpPr>
        <p:spPr>
          <a:xfrm>
            <a:off x="13945046" y="945356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975" dirty="0"/>
          </a:p>
        </p:txBody>
      </p:sp>
      <p:sp>
        <p:nvSpPr>
          <p:cNvPr id="55" name="Shape 39"/>
          <p:cNvSpPr/>
          <p:nvPr/>
        </p:nvSpPr>
        <p:spPr>
          <a:xfrm>
            <a:off x="14416460" y="850106"/>
            <a:ext cx="499988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6" name="Text 40"/>
          <p:cNvSpPr/>
          <p:nvPr/>
        </p:nvSpPr>
        <p:spPr>
          <a:xfrm>
            <a:off x="14559335" y="945356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975" dirty="0"/>
          </a:p>
        </p:txBody>
      </p:sp>
      <p:sp>
        <p:nvSpPr>
          <p:cNvPr id="57" name="Shape 41"/>
          <p:cNvSpPr/>
          <p:nvPr/>
        </p:nvSpPr>
        <p:spPr>
          <a:xfrm>
            <a:off x="15030748" y="850106"/>
            <a:ext cx="499988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8" name="Text 42"/>
          <p:cNvSpPr/>
          <p:nvPr/>
        </p:nvSpPr>
        <p:spPr>
          <a:xfrm>
            <a:off x="15173623" y="945356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</a:t>
            </a:r>
            <a:endParaRPr lang="en-US" sz="975" dirty="0"/>
          </a:p>
        </p:txBody>
      </p:sp>
      <p:sp>
        <p:nvSpPr>
          <p:cNvPr id="59" name="Shape 43"/>
          <p:cNvSpPr/>
          <p:nvPr/>
        </p:nvSpPr>
        <p:spPr>
          <a:xfrm>
            <a:off x="15645036" y="850106"/>
            <a:ext cx="499988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60" name="Text 44"/>
          <p:cNvSpPr/>
          <p:nvPr/>
        </p:nvSpPr>
        <p:spPr>
          <a:xfrm>
            <a:off x="15787911" y="945356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975" dirty="0"/>
          </a:p>
        </p:txBody>
      </p:sp>
      <p:sp>
        <p:nvSpPr>
          <p:cNvPr id="61" name="Shape 45"/>
          <p:cNvSpPr/>
          <p:nvPr/>
        </p:nvSpPr>
        <p:spPr>
          <a:xfrm>
            <a:off x="16259324" y="850106"/>
            <a:ext cx="499988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62" name="Text 46"/>
          <p:cNvSpPr/>
          <p:nvPr/>
        </p:nvSpPr>
        <p:spPr>
          <a:xfrm>
            <a:off x="16402199" y="945356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975" dirty="0"/>
          </a:p>
        </p:txBody>
      </p:sp>
      <p:sp>
        <p:nvSpPr>
          <p:cNvPr id="63" name="Shape 47"/>
          <p:cNvSpPr/>
          <p:nvPr/>
        </p:nvSpPr>
        <p:spPr>
          <a:xfrm>
            <a:off x="16873612" y="850106"/>
            <a:ext cx="499988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64" name="Text 48"/>
          <p:cNvSpPr/>
          <p:nvPr/>
        </p:nvSpPr>
        <p:spPr>
          <a:xfrm>
            <a:off x="17016487" y="945356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75" dirty="0"/>
          </a:p>
        </p:txBody>
      </p:sp>
      <p:sp>
        <p:nvSpPr>
          <p:cNvPr id="65" name="Shape 49"/>
          <p:cNvSpPr/>
          <p:nvPr/>
        </p:nvSpPr>
        <p:spPr>
          <a:xfrm>
            <a:off x="2514600" y="1357313"/>
            <a:ext cx="14859000" cy="3119438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6" name="Shape 50"/>
          <p:cNvSpPr/>
          <p:nvPr/>
        </p:nvSpPr>
        <p:spPr>
          <a:xfrm>
            <a:off x="2524125" y="1366838"/>
            <a:ext cx="14839950" cy="414338"/>
          </a:xfrm>
          <a:prstGeom prst="rect">
            <a:avLst/>
          </a:prstGeom>
          <a:solidFill>
            <a:srgbClr val="FAF8F4"/>
          </a:solidFill>
          <a:ln/>
        </p:spPr>
        <p:txBody>
          <a:bodyPr/>
          <a:p/>
        </p:txBody>
      </p:sp>
      <p:sp>
        <p:nvSpPr>
          <p:cNvPr id="67" name="Shape 51"/>
          <p:cNvSpPr/>
          <p:nvPr/>
        </p:nvSpPr>
        <p:spPr>
          <a:xfrm>
            <a:off x="2524125" y="1771650"/>
            <a:ext cx="14839950" cy="9525"/>
          </a:xfrm>
          <a:prstGeom prst="rect">
            <a:avLst/>
          </a:prstGeom>
          <a:solidFill>
            <a:srgbClr val="ECE7DE"/>
          </a:solidFill>
          <a:ln/>
        </p:spPr>
        <p:txBody>
          <a:bodyPr/>
          <a:p/>
        </p:txBody>
      </p:sp>
      <p:sp>
        <p:nvSpPr>
          <p:cNvPr id="68" name="Text 52"/>
          <p:cNvSpPr/>
          <p:nvPr/>
        </p:nvSpPr>
        <p:spPr>
          <a:xfrm>
            <a:off x="2695575" y="1500188"/>
            <a:ext cx="287558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</a:t>
            </a:r>
            <a:endParaRPr lang="en-US" sz="900" dirty="0"/>
          </a:p>
        </p:txBody>
      </p:sp>
      <p:sp>
        <p:nvSpPr>
          <p:cNvPr id="69" name="Text 53"/>
          <p:cNvSpPr/>
          <p:nvPr/>
        </p:nvSpPr>
        <p:spPr>
          <a:xfrm>
            <a:off x="5309741" y="1500188"/>
            <a:ext cx="418281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</a:t>
            </a:r>
            <a:endParaRPr lang="en-US" sz="900" dirty="0"/>
          </a:p>
        </p:txBody>
      </p:sp>
      <p:sp>
        <p:nvSpPr>
          <p:cNvPr id="70" name="Text 54"/>
          <p:cNvSpPr/>
          <p:nvPr/>
        </p:nvSpPr>
        <p:spPr>
          <a:xfrm>
            <a:off x="9112300" y="1500188"/>
            <a:ext cx="261421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</a:t>
            </a:r>
            <a:endParaRPr lang="en-US" sz="900" dirty="0"/>
          </a:p>
        </p:txBody>
      </p:sp>
      <p:sp>
        <p:nvSpPr>
          <p:cNvPr id="71" name="Text 55"/>
          <p:cNvSpPr/>
          <p:nvPr/>
        </p:nvSpPr>
        <p:spPr>
          <a:xfrm>
            <a:off x="11488862" y="1500188"/>
            <a:ext cx="209132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</a:t>
            </a:r>
            <a:endParaRPr lang="en-US" sz="900" dirty="0"/>
          </a:p>
        </p:txBody>
      </p:sp>
      <p:sp>
        <p:nvSpPr>
          <p:cNvPr id="72" name="Text 56"/>
          <p:cNvSpPr/>
          <p:nvPr/>
        </p:nvSpPr>
        <p:spPr>
          <a:xfrm>
            <a:off x="13390066" y="1500188"/>
            <a:ext cx="235285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900" dirty="0"/>
          </a:p>
        </p:txBody>
      </p:sp>
      <p:sp>
        <p:nvSpPr>
          <p:cNvPr id="73" name="Shape 57"/>
          <p:cNvSpPr/>
          <p:nvPr/>
        </p:nvSpPr>
        <p:spPr>
          <a:xfrm>
            <a:off x="2524125" y="1781175"/>
            <a:ext cx="14839950" cy="447675"/>
          </a:xfrm>
          <a:prstGeom prst="rect">
            <a:avLst/>
          </a:prstGeom>
          <a:solidFill>
            <a:srgbClr val="FEF7F5"/>
          </a:solidFill>
          <a:ln/>
        </p:spPr>
        <p:txBody>
          <a:bodyPr/>
          <a:p/>
        </p:txBody>
      </p:sp>
      <p:sp>
        <p:nvSpPr>
          <p:cNvPr id="74" name="Shape 58"/>
          <p:cNvSpPr/>
          <p:nvPr/>
        </p:nvSpPr>
        <p:spPr>
          <a:xfrm>
            <a:off x="2524125" y="2219325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75" name="Text 59"/>
          <p:cNvSpPr/>
          <p:nvPr/>
        </p:nvSpPr>
        <p:spPr>
          <a:xfrm>
            <a:off x="2695575" y="1926431"/>
            <a:ext cx="28755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14:32:10</a:t>
            </a:r>
            <a:endParaRPr lang="en-US" sz="975" dirty="0"/>
          </a:p>
        </p:txBody>
      </p:sp>
      <p:sp>
        <p:nvSpPr>
          <p:cNvPr id="76" name="Text 60"/>
          <p:cNvSpPr/>
          <p:nvPr/>
        </p:nvSpPr>
        <p:spPr>
          <a:xfrm>
            <a:off x="5309741" y="1924050"/>
            <a:ext cx="4182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자동 차단 (Kill-Switch)</a:t>
            </a:r>
            <a:endParaRPr lang="en-US" sz="975" dirty="0"/>
          </a:p>
        </p:txBody>
      </p:sp>
      <p:sp>
        <p:nvSpPr>
          <p:cNvPr id="77" name="Text 61"/>
          <p:cNvSpPr/>
          <p:nvPr/>
        </p:nvSpPr>
        <p:spPr>
          <a:xfrm>
            <a:off x="9112300" y="1926431"/>
            <a:ext cx="26142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78" name="Text 62"/>
          <p:cNvSpPr/>
          <p:nvPr/>
        </p:nvSpPr>
        <p:spPr>
          <a:xfrm>
            <a:off x="11488862" y="1926431"/>
            <a:ext cx="20913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79" name="Shape 63"/>
          <p:cNvSpPr/>
          <p:nvPr/>
        </p:nvSpPr>
        <p:spPr>
          <a:xfrm>
            <a:off x="13390066" y="1926431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80" name="Text 64"/>
          <p:cNvSpPr/>
          <p:nvPr/>
        </p:nvSpPr>
        <p:spPr>
          <a:xfrm>
            <a:off x="13475791" y="1945481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825" dirty="0"/>
          </a:p>
        </p:txBody>
      </p:sp>
      <p:sp>
        <p:nvSpPr>
          <p:cNvPr id="81" name="Text 65"/>
          <p:cNvSpPr/>
          <p:nvPr/>
        </p:nvSpPr>
        <p:spPr>
          <a:xfrm>
            <a:off x="15529024" y="1926431"/>
            <a:ext cx="18298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975" dirty="0"/>
          </a:p>
        </p:txBody>
      </p:sp>
      <p:sp>
        <p:nvSpPr>
          <p:cNvPr id="82" name="Shape 66"/>
          <p:cNvSpPr/>
          <p:nvPr/>
        </p:nvSpPr>
        <p:spPr>
          <a:xfrm>
            <a:off x="2524125" y="2667000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83" name="Text 67"/>
          <p:cNvSpPr/>
          <p:nvPr/>
        </p:nvSpPr>
        <p:spPr>
          <a:xfrm>
            <a:off x="2695575" y="2374106"/>
            <a:ext cx="28755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14:32:08</a:t>
            </a:r>
            <a:endParaRPr lang="en-US" sz="975" dirty="0"/>
          </a:p>
        </p:txBody>
      </p:sp>
      <p:sp>
        <p:nvSpPr>
          <p:cNvPr id="84" name="Text 68"/>
          <p:cNvSpPr/>
          <p:nvPr/>
        </p:nvSpPr>
        <p:spPr>
          <a:xfrm>
            <a:off x="5309741" y="2371725"/>
            <a:ext cx="4182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임계값 초과 · 셀 3</a:t>
            </a:r>
            <a:endParaRPr lang="en-US" sz="975" dirty="0"/>
          </a:p>
        </p:txBody>
      </p:sp>
      <p:sp>
        <p:nvSpPr>
          <p:cNvPr id="85" name="Text 69"/>
          <p:cNvSpPr/>
          <p:nvPr/>
        </p:nvSpPr>
        <p:spPr>
          <a:xfrm>
            <a:off x="9112300" y="2374106"/>
            <a:ext cx="26142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86" name="Text 70"/>
          <p:cNvSpPr/>
          <p:nvPr/>
        </p:nvSpPr>
        <p:spPr>
          <a:xfrm>
            <a:off x="11488862" y="2374106"/>
            <a:ext cx="20913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75" dirty="0"/>
          </a:p>
        </p:txBody>
      </p:sp>
      <p:sp>
        <p:nvSpPr>
          <p:cNvPr id="87" name="Shape 71"/>
          <p:cNvSpPr/>
          <p:nvPr/>
        </p:nvSpPr>
        <p:spPr>
          <a:xfrm>
            <a:off x="13390066" y="2374106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88" name="Text 72"/>
          <p:cNvSpPr/>
          <p:nvPr/>
        </p:nvSpPr>
        <p:spPr>
          <a:xfrm>
            <a:off x="13475791" y="2393156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825" dirty="0"/>
          </a:p>
        </p:txBody>
      </p:sp>
      <p:sp>
        <p:nvSpPr>
          <p:cNvPr id="89" name="Text 73"/>
          <p:cNvSpPr/>
          <p:nvPr/>
        </p:nvSpPr>
        <p:spPr>
          <a:xfrm>
            <a:off x="15529024" y="2374106"/>
            <a:ext cx="18298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975" dirty="0"/>
          </a:p>
        </p:txBody>
      </p:sp>
      <p:sp>
        <p:nvSpPr>
          <p:cNvPr id="90" name="Shape 74"/>
          <p:cNvSpPr/>
          <p:nvPr/>
        </p:nvSpPr>
        <p:spPr>
          <a:xfrm>
            <a:off x="2524125" y="3114675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91" name="Text 75"/>
          <p:cNvSpPr/>
          <p:nvPr/>
        </p:nvSpPr>
        <p:spPr>
          <a:xfrm>
            <a:off x="2695575" y="2821781"/>
            <a:ext cx="28755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14:24:51</a:t>
            </a:r>
            <a:endParaRPr lang="en-US" sz="975" dirty="0"/>
          </a:p>
        </p:txBody>
      </p:sp>
      <p:sp>
        <p:nvSpPr>
          <p:cNvPr id="92" name="Text 76"/>
          <p:cNvSpPr/>
          <p:nvPr/>
        </p:nvSpPr>
        <p:spPr>
          <a:xfrm>
            <a:off x="5309741" y="2819400"/>
            <a:ext cx="4182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농도 급상승</a:t>
            </a:r>
            <a:endParaRPr lang="en-US" sz="975" dirty="0"/>
          </a:p>
        </p:txBody>
      </p:sp>
      <p:sp>
        <p:nvSpPr>
          <p:cNvPr id="93" name="Text 77"/>
          <p:cNvSpPr/>
          <p:nvPr/>
        </p:nvSpPr>
        <p:spPr>
          <a:xfrm>
            <a:off x="9112300" y="2821781"/>
            <a:ext cx="26142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PACK-004</a:t>
            </a:r>
            <a:endParaRPr lang="en-US" sz="975" dirty="0"/>
          </a:p>
        </p:txBody>
      </p:sp>
      <p:sp>
        <p:nvSpPr>
          <p:cNvPr id="94" name="Text 78"/>
          <p:cNvSpPr/>
          <p:nvPr/>
        </p:nvSpPr>
        <p:spPr>
          <a:xfrm>
            <a:off x="11488862" y="2821781"/>
            <a:ext cx="20913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75" dirty="0"/>
          </a:p>
        </p:txBody>
      </p:sp>
      <p:sp>
        <p:nvSpPr>
          <p:cNvPr id="95" name="Shape 79"/>
          <p:cNvSpPr/>
          <p:nvPr/>
        </p:nvSpPr>
        <p:spPr>
          <a:xfrm>
            <a:off x="13390066" y="2821781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F3EA"/>
          </a:solidFill>
          <a:ln/>
        </p:spPr>
        <p:txBody>
          <a:bodyPr/>
          <a:p/>
        </p:txBody>
      </p:sp>
      <p:sp>
        <p:nvSpPr>
          <p:cNvPr id="96" name="Text 80"/>
          <p:cNvSpPr/>
          <p:nvPr/>
        </p:nvSpPr>
        <p:spPr>
          <a:xfrm>
            <a:off x="13475791" y="2840831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</a:t>
            </a:r>
            <a:endParaRPr lang="en-US" sz="825" dirty="0"/>
          </a:p>
        </p:txBody>
      </p:sp>
      <p:sp>
        <p:nvSpPr>
          <p:cNvPr id="97" name="Text 81"/>
          <p:cNvSpPr/>
          <p:nvPr/>
        </p:nvSpPr>
        <p:spPr>
          <a:xfrm>
            <a:off x="15529024" y="2821781"/>
            <a:ext cx="18298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975" dirty="0"/>
          </a:p>
        </p:txBody>
      </p:sp>
      <p:sp>
        <p:nvSpPr>
          <p:cNvPr id="98" name="Shape 82"/>
          <p:cNvSpPr/>
          <p:nvPr/>
        </p:nvSpPr>
        <p:spPr>
          <a:xfrm>
            <a:off x="2524125" y="3562350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99" name="Text 83"/>
          <p:cNvSpPr/>
          <p:nvPr/>
        </p:nvSpPr>
        <p:spPr>
          <a:xfrm>
            <a:off x="2695575" y="3269456"/>
            <a:ext cx="28755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14:08:12</a:t>
            </a:r>
            <a:endParaRPr lang="en-US" sz="975" dirty="0"/>
          </a:p>
        </p:txBody>
      </p:sp>
      <p:sp>
        <p:nvSpPr>
          <p:cNvPr id="100" name="Text 84"/>
          <p:cNvSpPr/>
          <p:nvPr/>
        </p:nvSpPr>
        <p:spPr>
          <a:xfrm>
            <a:off x="5309741" y="3267075"/>
            <a:ext cx="4182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 주의 구간 진입</a:t>
            </a:r>
            <a:endParaRPr lang="en-US" sz="975" dirty="0"/>
          </a:p>
        </p:txBody>
      </p:sp>
      <p:sp>
        <p:nvSpPr>
          <p:cNvPr id="101" name="Text 85"/>
          <p:cNvSpPr/>
          <p:nvPr/>
        </p:nvSpPr>
        <p:spPr>
          <a:xfrm>
            <a:off x="9112300" y="3269456"/>
            <a:ext cx="26142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PACK-003</a:t>
            </a:r>
            <a:endParaRPr lang="en-US" sz="975" dirty="0"/>
          </a:p>
        </p:txBody>
      </p:sp>
      <p:sp>
        <p:nvSpPr>
          <p:cNvPr id="102" name="Text 86"/>
          <p:cNvSpPr/>
          <p:nvPr/>
        </p:nvSpPr>
        <p:spPr>
          <a:xfrm>
            <a:off x="11488862" y="3269456"/>
            <a:ext cx="20913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75" dirty="0"/>
          </a:p>
        </p:txBody>
      </p:sp>
      <p:sp>
        <p:nvSpPr>
          <p:cNvPr id="103" name="Shape 87"/>
          <p:cNvSpPr/>
          <p:nvPr/>
        </p:nvSpPr>
        <p:spPr>
          <a:xfrm>
            <a:off x="13390066" y="3269456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104" name="Text 88"/>
          <p:cNvSpPr/>
          <p:nvPr/>
        </p:nvSpPr>
        <p:spPr>
          <a:xfrm>
            <a:off x="13475791" y="3288506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825" dirty="0"/>
          </a:p>
        </p:txBody>
      </p:sp>
      <p:sp>
        <p:nvSpPr>
          <p:cNvPr id="105" name="Text 89"/>
          <p:cNvSpPr/>
          <p:nvPr/>
        </p:nvSpPr>
        <p:spPr>
          <a:xfrm>
            <a:off x="15529024" y="3269456"/>
            <a:ext cx="18298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975" dirty="0"/>
          </a:p>
        </p:txBody>
      </p:sp>
      <p:sp>
        <p:nvSpPr>
          <p:cNvPr id="106" name="Shape 90"/>
          <p:cNvSpPr/>
          <p:nvPr/>
        </p:nvSpPr>
        <p:spPr>
          <a:xfrm>
            <a:off x="2524125" y="4010025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07" name="Text 91"/>
          <p:cNvSpPr/>
          <p:nvPr/>
        </p:nvSpPr>
        <p:spPr>
          <a:xfrm>
            <a:off x="2695575" y="3717131"/>
            <a:ext cx="28755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13:54:40</a:t>
            </a:r>
            <a:endParaRPr lang="en-US" sz="975" dirty="0"/>
          </a:p>
        </p:txBody>
      </p:sp>
      <p:sp>
        <p:nvSpPr>
          <p:cNvPr id="108" name="Text 92"/>
          <p:cNvSpPr/>
          <p:nvPr/>
        </p:nvSpPr>
        <p:spPr>
          <a:xfrm>
            <a:off x="5309741" y="3714750"/>
            <a:ext cx="4182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디바이스 하트비트 미수신</a:t>
            </a:r>
            <a:endParaRPr lang="en-US" sz="975" dirty="0"/>
          </a:p>
        </p:txBody>
      </p:sp>
      <p:sp>
        <p:nvSpPr>
          <p:cNvPr id="109" name="Text 93"/>
          <p:cNvSpPr/>
          <p:nvPr/>
        </p:nvSpPr>
        <p:spPr>
          <a:xfrm>
            <a:off x="9112300" y="3717131"/>
            <a:ext cx="26142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PACK-005</a:t>
            </a:r>
            <a:endParaRPr lang="en-US" sz="975" dirty="0"/>
          </a:p>
        </p:txBody>
      </p:sp>
      <p:sp>
        <p:nvSpPr>
          <p:cNvPr id="110" name="Text 94"/>
          <p:cNvSpPr/>
          <p:nvPr/>
        </p:nvSpPr>
        <p:spPr>
          <a:xfrm>
            <a:off x="11488862" y="3717131"/>
            <a:ext cx="20913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111" name="Shape 95"/>
          <p:cNvSpPr/>
          <p:nvPr/>
        </p:nvSpPr>
        <p:spPr>
          <a:xfrm>
            <a:off x="13390066" y="3717131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112" name="Text 96"/>
          <p:cNvSpPr/>
          <p:nvPr/>
        </p:nvSpPr>
        <p:spPr>
          <a:xfrm>
            <a:off x="13475791" y="3736181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825" dirty="0"/>
          </a:p>
        </p:txBody>
      </p:sp>
      <p:sp>
        <p:nvSpPr>
          <p:cNvPr id="113" name="Text 97"/>
          <p:cNvSpPr/>
          <p:nvPr/>
        </p:nvSpPr>
        <p:spPr>
          <a:xfrm>
            <a:off x="15529024" y="3717131"/>
            <a:ext cx="18298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975" dirty="0"/>
          </a:p>
        </p:txBody>
      </p:sp>
      <p:sp>
        <p:nvSpPr>
          <p:cNvPr id="114" name="Shape 98"/>
          <p:cNvSpPr/>
          <p:nvPr/>
        </p:nvSpPr>
        <p:spPr>
          <a:xfrm>
            <a:off x="2524125" y="4457700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15" name="Text 99"/>
          <p:cNvSpPr/>
          <p:nvPr/>
        </p:nvSpPr>
        <p:spPr>
          <a:xfrm>
            <a:off x="2695575" y="4164806"/>
            <a:ext cx="287558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13:38:20</a:t>
            </a:r>
            <a:endParaRPr lang="en-US" sz="975" dirty="0"/>
          </a:p>
        </p:txBody>
      </p:sp>
      <p:sp>
        <p:nvSpPr>
          <p:cNvPr id="116" name="Text 100"/>
          <p:cNvSpPr/>
          <p:nvPr/>
        </p:nvSpPr>
        <p:spPr>
          <a:xfrm>
            <a:off x="5309741" y="4162425"/>
            <a:ext cx="4182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자동 복구 완료</a:t>
            </a:r>
            <a:endParaRPr lang="en-US" sz="975" dirty="0"/>
          </a:p>
        </p:txBody>
      </p:sp>
      <p:sp>
        <p:nvSpPr>
          <p:cNvPr id="117" name="Text 101"/>
          <p:cNvSpPr/>
          <p:nvPr/>
        </p:nvSpPr>
        <p:spPr>
          <a:xfrm>
            <a:off x="9112300" y="4164806"/>
            <a:ext cx="26142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118" name="Text 102"/>
          <p:cNvSpPr/>
          <p:nvPr/>
        </p:nvSpPr>
        <p:spPr>
          <a:xfrm>
            <a:off x="11488862" y="4164806"/>
            <a:ext cx="20913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75" dirty="0"/>
          </a:p>
        </p:txBody>
      </p:sp>
      <p:sp>
        <p:nvSpPr>
          <p:cNvPr id="119" name="Shape 103"/>
          <p:cNvSpPr/>
          <p:nvPr/>
        </p:nvSpPr>
        <p:spPr>
          <a:xfrm>
            <a:off x="13390066" y="4164806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120" name="Text 104"/>
          <p:cNvSpPr/>
          <p:nvPr/>
        </p:nvSpPr>
        <p:spPr>
          <a:xfrm>
            <a:off x="13475791" y="4183856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825" dirty="0"/>
          </a:p>
        </p:txBody>
      </p:sp>
      <p:sp>
        <p:nvSpPr>
          <p:cNvPr id="121" name="Text 105"/>
          <p:cNvSpPr/>
          <p:nvPr/>
        </p:nvSpPr>
        <p:spPr>
          <a:xfrm>
            <a:off x="15529024" y="4164806"/>
            <a:ext cx="18298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975" dirty="0"/>
          </a:p>
        </p:txBody>
      </p:sp>
      <p:sp>
        <p:nvSpPr>
          <p:cNvPr id="122" name="Text 106"/>
          <p:cNvSpPr/>
          <p:nvPr/>
        </p:nvSpPr>
        <p:spPr>
          <a:xfrm>
            <a:off x="2514600" y="4705350"/>
            <a:ext cx="1011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116건 중 1–5</a:t>
            </a:r>
            <a:endParaRPr lang="en-US" sz="975" dirty="0"/>
          </a:p>
        </p:txBody>
      </p:sp>
      <p:sp>
        <p:nvSpPr>
          <p:cNvPr id="123" name="Shape 107"/>
          <p:cNvSpPr/>
          <p:nvPr/>
        </p:nvSpPr>
        <p:spPr>
          <a:xfrm>
            <a:off x="15621000" y="46291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24" name="Text 108"/>
          <p:cNvSpPr/>
          <p:nvPr/>
        </p:nvSpPr>
        <p:spPr>
          <a:xfrm>
            <a:off x="15592425" y="46386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1050" dirty="0"/>
          </a:p>
        </p:txBody>
      </p:sp>
      <p:sp>
        <p:nvSpPr>
          <p:cNvPr id="125" name="Shape 109"/>
          <p:cNvSpPr/>
          <p:nvPr/>
        </p:nvSpPr>
        <p:spPr>
          <a:xfrm>
            <a:off x="15982950" y="46291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6" name="Text 110"/>
          <p:cNvSpPr/>
          <p:nvPr/>
        </p:nvSpPr>
        <p:spPr>
          <a:xfrm>
            <a:off x="15944850" y="462915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27" name="Shape 111"/>
          <p:cNvSpPr/>
          <p:nvPr/>
        </p:nvSpPr>
        <p:spPr>
          <a:xfrm>
            <a:off x="16344900" y="46291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28" name="Text 112"/>
          <p:cNvSpPr/>
          <p:nvPr/>
        </p:nvSpPr>
        <p:spPr>
          <a:xfrm>
            <a:off x="16316325" y="46386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9" name="Shape 113"/>
          <p:cNvSpPr/>
          <p:nvPr/>
        </p:nvSpPr>
        <p:spPr>
          <a:xfrm>
            <a:off x="16706850" y="46291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30" name="Text 114"/>
          <p:cNvSpPr/>
          <p:nvPr/>
        </p:nvSpPr>
        <p:spPr>
          <a:xfrm>
            <a:off x="16678275" y="46386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31" name="Shape 115"/>
          <p:cNvSpPr/>
          <p:nvPr/>
        </p:nvSpPr>
        <p:spPr>
          <a:xfrm>
            <a:off x="17068800" y="46291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32" name="Text 116"/>
          <p:cNvSpPr/>
          <p:nvPr/>
        </p:nvSpPr>
        <p:spPr>
          <a:xfrm>
            <a:off x="17040225" y="46386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114300" y="2828925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400" y="2950369"/>
            <a:ext cx="574700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3" name="Text 14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067619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067619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인앱·카카오 알림 이력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Text 35"/>
          <p:cNvSpPr/>
          <p:nvPr/>
        </p:nvSpPr>
        <p:spPr>
          <a:xfrm>
            <a:off x="2514600" y="838200"/>
            <a:ext cx="610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이력</a:t>
            </a:r>
            <a:endParaRPr lang="en-US" sz="1125" dirty="0"/>
          </a:p>
        </p:txBody>
      </p:sp>
      <p:sp>
        <p:nvSpPr>
          <p:cNvPr id="51" name="Text 36"/>
          <p:cNvSpPr/>
          <p:nvPr/>
        </p:nvSpPr>
        <p:spPr>
          <a:xfrm>
            <a:off x="9624194" y="850106"/>
            <a:ext cx="77710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읽음 처리</a:t>
            </a:r>
            <a:endParaRPr lang="en-US" sz="975" dirty="0"/>
          </a:p>
        </p:txBody>
      </p:sp>
      <p:sp>
        <p:nvSpPr>
          <p:cNvPr id="52" name="Shape 37"/>
          <p:cNvSpPr/>
          <p:nvPr/>
        </p:nvSpPr>
        <p:spPr>
          <a:xfrm>
            <a:off x="2514600" y="1143000"/>
            <a:ext cx="7810500" cy="1057275"/>
          </a:xfrm>
          <a:prstGeom prst="roundRect">
            <a:avLst>
              <a:gd name="adj" fmla="val 12613"/>
            </a:avLst>
          </a:prstGeom>
          <a:solidFill>
            <a:srgbClr val="FEECEC"/>
          </a:solidFill>
          <a:ln w="9525">
            <a:solidFill>
              <a:srgbClr val="F8C9C0"/>
            </a:solidFill>
            <a:prstDash val="solid"/>
          </a:ln>
        </p:spPr>
        <p:txBody>
          <a:bodyPr/>
          <a:p/>
        </p:txBody>
      </p:sp>
      <p:sp>
        <p:nvSpPr>
          <p:cNvPr id="53" name="Shape 38"/>
          <p:cNvSpPr/>
          <p:nvPr/>
        </p:nvSpPr>
        <p:spPr>
          <a:xfrm>
            <a:off x="2695575" y="1304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EECEC"/>
          </a:solidFill>
          <a:ln/>
        </p:spPr>
        <p:txBody>
          <a:bodyPr/>
          <a:p/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786063" y="1395413"/>
            <a:ext cx="180975" cy="180975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3190875" y="1304925"/>
            <a:ext cx="72027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임계값 초과 · 셀 3 (PACK-001)</a:t>
            </a:r>
            <a:endParaRPr lang="en-US" sz="1050" dirty="0"/>
          </a:p>
        </p:txBody>
      </p:sp>
      <p:sp>
        <p:nvSpPr>
          <p:cNvPr id="56" name="Text 40"/>
          <p:cNvSpPr/>
          <p:nvPr/>
        </p:nvSpPr>
        <p:spPr>
          <a:xfrm>
            <a:off x="3190875" y="1490663"/>
            <a:ext cx="7202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60°C 초과 · 방금 전 · 카카오 알림 발송됨</a:t>
            </a:r>
            <a:endParaRPr lang="en-US" sz="975" dirty="0"/>
          </a:p>
        </p:txBody>
      </p:sp>
      <p:sp>
        <p:nvSpPr>
          <p:cNvPr id="57" name="Shape 41"/>
          <p:cNvSpPr/>
          <p:nvPr/>
        </p:nvSpPr>
        <p:spPr>
          <a:xfrm>
            <a:off x="3190875" y="1747838"/>
            <a:ext cx="743843" cy="290513"/>
          </a:xfrm>
          <a:prstGeom prst="roundRect">
            <a:avLst>
              <a:gd name="adj" fmla="val 26229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8" name="Text 42"/>
          <p:cNvSpPr/>
          <p:nvPr/>
        </p:nvSpPr>
        <p:spPr>
          <a:xfrm>
            <a:off x="3314700" y="1814513"/>
            <a:ext cx="572393" cy="19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(Ack)</a:t>
            </a:r>
            <a:endParaRPr lang="en-US" sz="900" dirty="0"/>
          </a:p>
        </p:txBody>
      </p:sp>
      <p:sp>
        <p:nvSpPr>
          <p:cNvPr id="59" name="Shape 43"/>
          <p:cNvSpPr/>
          <p:nvPr/>
        </p:nvSpPr>
        <p:spPr>
          <a:xfrm>
            <a:off x="4010918" y="1747838"/>
            <a:ext cx="735583" cy="290513"/>
          </a:xfrm>
          <a:prstGeom prst="roundRect">
            <a:avLst>
              <a:gd name="adj" fmla="val 26229"/>
            </a:avLst>
          </a:prstGeom>
          <a:solidFill>
            <a:srgbClr val="FFFFFF"/>
          </a:solidFill>
          <a:ln w="9525">
            <a:solidFill>
              <a:srgbClr val="F1B7AC"/>
            </a:solidFill>
            <a:prstDash val="solid"/>
          </a:ln>
        </p:spPr>
        <p:txBody>
          <a:bodyPr/>
          <a:p/>
        </p:txBody>
      </p:sp>
      <p:sp>
        <p:nvSpPr>
          <p:cNvPr id="60" name="Text 44"/>
          <p:cNvSpPr/>
          <p:nvPr/>
        </p:nvSpPr>
        <p:spPr>
          <a:xfrm>
            <a:off x="4144268" y="1824037"/>
            <a:ext cx="54508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런북</a:t>
            </a:r>
            <a:endParaRPr lang="en-US" sz="900" dirty="0"/>
          </a:p>
        </p:txBody>
      </p:sp>
      <p:sp>
        <p:nvSpPr>
          <p:cNvPr id="61" name="Text 45"/>
          <p:cNvSpPr/>
          <p:nvPr/>
        </p:nvSpPr>
        <p:spPr>
          <a:xfrm>
            <a:off x="9872216" y="1304925"/>
            <a:ext cx="34810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미확인</a:t>
            </a:r>
            <a:endParaRPr lang="en-US" sz="825" dirty="0"/>
          </a:p>
        </p:txBody>
      </p:sp>
      <p:sp>
        <p:nvSpPr>
          <p:cNvPr id="62" name="Shape 46"/>
          <p:cNvSpPr/>
          <p:nvPr/>
        </p:nvSpPr>
        <p:spPr>
          <a:xfrm>
            <a:off x="2514600" y="2333625"/>
            <a:ext cx="78105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3" name="Shape 47"/>
          <p:cNvSpPr/>
          <p:nvPr/>
        </p:nvSpPr>
        <p:spPr>
          <a:xfrm>
            <a:off x="2695575" y="249555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EF6E7"/>
          </a:solidFill>
          <a:ln/>
        </p:spPr>
        <p:txBody>
          <a:bodyPr/>
          <a:p/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86063" y="2586038"/>
            <a:ext cx="180975" cy="180975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3190875" y="2495550"/>
            <a:ext cx="72027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농도 급상승 (PACK-004)</a:t>
            </a:r>
            <a:endParaRPr lang="en-US" sz="1050" dirty="0"/>
          </a:p>
        </p:txBody>
      </p:sp>
      <p:sp>
        <p:nvSpPr>
          <p:cNvPr id="66" name="Text 49"/>
          <p:cNvSpPr/>
          <p:nvPr/>
        </p:nvSpPr>
        <p:spPr>
          <a:xfrm>
            <a:off x="3190875" y="2681288"/>
            <a:ext cx="7202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8분 전 · 카카오 알림 발송됨</a:t>
            </a:r>
            <a:endParaRPr lang="en-US" sz="975" dirty="0"/>
          </a:p>
        </p:txBody>
      </p:sp>
      <p:sp>
        <p:nvSpPr>
          <p:cNvPr id="67" name="Text 50"/>
          <p:cNvSpPr/>
          <p:nvPr/>
        </p:nvSpPr>
        <p:spPr>
          <a:xfrm>
            <a:off x="9872216" y="2495550"/>
            <a:ext cx="34810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미확인</a:t>
            </a:r>
            <a:endParaRPr lang="en-US" sz="825" dirty="0"/>
          </a:p>
        </p:txBody>
      </p:sp>
      <p:sp>
        <p:nvSpPr>
          <p:cNvPr id="68" name="Shape 51"/>
          <p:cNvSpPr/>
          <p:nvPr/>
        </p:nvSpPr>
        <p:spPr>
          <a:xfrm>
            <a:off x="2514600" y="3152775"/>
            <a:ext cx="78105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9" name="Shape 52"/>
          <p:cNvSpPr/>
          <p:nvPr/>
        </p:nvSpPr>
        <p:spPr>
          <a:xfrm>
            <a:off x="2695575" y="33147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9F8EE"/>
          </a:solidFill>
          <a:ln/>
        </p:spPr>
        <p:txBody>
          <a:bodyPr/>
          <a:p/>
        </p:txBody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786063" y="3405188"/>
            <a:ext cx="180975" cy="180975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3190875" y="3314700"/>
            <a:ext cx="72027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자동 복구 완료 (PACK-001)</a:t>
            </a:r>
            <a:endParaRPr lang="en-US" sz="1050" dirty="0"/>
          </a:p>
        </p:txBody>
      </p:sp>
      <p:sp>
        <p:nvSpPr>
          <p:cNvPr id="72" name="Text 54"/>
          <p:cNvSpPr/>
          <p:nvPr/>
        </p:nvSpPr>
        <p:spPr>
          <a:xfrm>
            <a:off x="3190875" y="3500438"/>
            <a:ext cx="7202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38분 전 · 인앱 알림</a:t>
            </a:r>
            <a:endParaRPr lang="en-US" sz="975" dirty="0"/>
          </a:p>
        </p:txBody>
      </p:sp>
      <p:sp>
        <p:nvSpPr>
          <p:cNvPr id="73" name="Text 55"/>
          <p:cNvSpPr/>
          <p:nvPr/>
        </p:nvSpPr>
        <p:spPr>
          <a:xfrm>
            <a:off x="9872216" y="3314700"/>
            <a:ext cx="34810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미확인</a:t>
            </a:r>
            <a:endParaRPr lang="en-US" sz="825" dirty="0"/>
          </a:p>
        </p:txBody>
      </p:sp>
      <p:sp>
        <p:nvSpPr>
          <p:cNvPr id="74" name="Shape 56"/>
          <p:cNvSpPr/>
          <p:nvPr/>
        </p:nvSpPr>
        <p:spPr>
          <a:xfrm>
            <a:off x="2514600" y="3971925"/>
            <a:ext cx="78105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5" name="Shape 57"/>
          <p:cNvSpPr/>
          <p:nvPr/>
        </p:nvSpPr>
        <p:spPr>
          <a:xfrm>
            <a:off x="2695575" y="413385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pic>
        <p:nvPicPr>
          <p:cNvPr id="7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786063" y="4224338"/>
            <a:ext cx="180975" cy="180975"/>
          </a:xfrm>
          <a:prstGeom prst="rect">
            <a:avLst/>
          </a:prstGeom>
        </p:spPr>
      </p:pic>
      <p:sp>
        <p:nvSpPr>
          <p:cNvPr id="77" name="Text 58"/>
          <p:cNvSpPr/>
          <p:nvPr/>
        </p:nvSpPr>
        <p:spPr>
          <a:xfrm>
            <a:off x="3190875" y="4133850"/>
            <a:ext cx="72027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디바이스 하트비트 미수신 (진단기 C)</a:t>
            </a:r>
            <a:endParaRPr lang="en-US" sz="1050" dirty="0"/>
          </a:p>
        </p:txBody>
      </p:sp>
      <p:sp>
        <p:nvSpPr>
          <p:cNvPr id="78" name="Text 59"/>
          <p:cNvSpPr/>
          <p:nvPr/>
        </p:nvSpPr>
        <p:spPr>
          <a:xfrm>
            <a:off x="3190875" y="4319588"/>
            <a:ext cx="7202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전 · 인앱 알림</a:t>
            </a:r>
            <a:endParaRPr lang="en-US" sz="975" dirty="0"/>
          </a:p>
        </p:txBody>
      </p:sp>
      <p:sp>
        <p:nvSpPr>
          <p:cNvPr id="79" name="Text 60"/>
          <p:cNvSpPr/>
          <p:nvPr/>
        </p:nvSpPr>
        <p:spPr>
          <a:xfrm>
            <a:off x="9872216" y="4133850"/>
            <a:ext cx="34810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미확인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sp>
        <p:nvSpPr>
          <p:cNvPr id="27" name="Shape 16"/>
          <p:cNvSpPr/>
          <p:nvPr/>
        </p:nvSpPr>
        <p:spPr>
          <a:xfrm>
            <a:off x="114300" y="411480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3400" y="4236244"/>
            <a:ext cx="306958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19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2" name="Text 20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8" name="Shape 26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028950" y="133350"/>
            <a:ext cx="1566468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275" dirty="0"/>
          </a:p>
        </p:txBody>
      </p:sp>
      <p:sp>
        <p:nvSpPr>
          <p:cNvPr id="41" name="Text 28"/>
          <p:cNvSpPr/>
          <p:nvPr/>
        </p:nvSpPr>
        <p:spPr>
          <a:xfrm>
            <a:off x="3028950" y="328613"/>
            <a:ext cx="1566468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수신 · 계정 · 테마</a:t>
            </a:r>
            <a:endParaRPr lang="en-US" sz="900" dirty="0"/>
          </a:p>
        </p:txBody>
      </p:sp>
      <p:sp>
        <p:nvSpPr>
          <p:cNvPr id="42" name="Shape 29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Shape 31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8" name="Shape 33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4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2514600" y="838200"/>
            <a:ext cx="3642792" cy="419100"/>
          </a:xfrm>
          <a:prstGeom prst="roundRect">
            <a:avLst>
              <a:gd name="adj" fmla="val 27273"/>
            </a:avLst>
          </a:prstGeom>
          <a:solidFill>
            <a:srgbClr val="F4F1EB"/>
          </a:solidFill>
          <a:ln/>
        </p:spPr>
        <p:txBody>
          <a:bodyPr/>
          <a:p/>
        </p:txBody>
      </p:sp>
      <p:sp>
        <p:nvSpPr>
          <p:cNvPr id="51" name="Shape 36"/>
          <p:cNvSpPr/>
          <p:nvPr/>
        </p:nvSpPr>
        <p:spPr>
          <a:xfrm>
            <a:off x="2562225" y="885825"/>
            <a:ext cx="626194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Text 37"/>
          <p:cNvSpPr/>
          <p:nvPr/>
        </p:nvSpPr>
        <p:spPr>
          <a:xfrm>
            <a:off x="2714625" y="971550"/>
            <a:ext cx="3975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임계치</a:t>
            </a:r>
            <a:endParaRPr lang="en-US" sz="975" dirty="0"/>
          </a:p>
        </p:txBody>
      </p:sp>
      <p:sp>
        <p:nvSpPr>
          <p:cNvPr id="53" name="Text 38"/>
          <p:cNvSpPr/>
          <p:nvPr/>
        </p:nvSpPr>
        <p:spPr>
          <a:xfrm>
            <a:off x="3378919" y="971550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수신</a:t>
            </a:r>
            <a:endParaRPr lang="en-US" sz="975" dirty="0"/>
          </a:p>
        </p:txBody>
      </p:sp>
      <p:sp>
        <p:nvSpPr>
          <p:cNvPr id="54" name="Text 39"/>
          <p:cNvSpPr/>
          <p:nvPr/>
        </p:nvSpPr>
        <p:spPr>
          <a:xfrm>
            <a:off x="4184675" y="971550"/>
            <a:ext cx="53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정보</a:t>
            </a:r>
            <a:endParaRPr lang="en-US" sz="975" dirty="0"/>
          </a:p>
        </p:txBody>
      </p:sp>
      <p:sp>
        <p:nvSpPr>
          <p:cNvPr id="55" name="Text 40"/>
          <p:cNvSpPr/>
          <p:nvPr/>
        </p:nvSpPr>
        <p:spPr>
          <a:xfrm>
            <a:off x="4990430" y="971550"/>
            <a:ext cx="10431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테마 · 캘리브레이션</a:t>
            </a:r>
            <a:endParaRPr lang="en-US" sz="975" dirty="0"/>
          </a:p>
        </p:txBody>
      </p:sp>
      <p:sp>
        <p:nvSpPr>
          <p:cNvPr id="56" name="Shape 41"/>
          <p:cNvSpPr/>
          <p:nvPr/>
        </p:nvSpPr>
        <p:spPr>
          <a:xfrm>
            <a:off x="2514600" y="1428750"/>
            <a:ext cx="7810500" cy="3286125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7" name="Text 42"/>
          <p:cNvSpPr/>
          <p:nvPr/>
        </p:nvSpPr>
        <p:spPr>
          <a:xfrm>
            <a:off x="2752725" y="1666875"/>
            <a:ext cx="8067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이상점수 등급 임계치</a:t>
            </a:r>
            <a:endParaRPr lang="en-US" sz="1125" dirty="0"/>
          </a:p>
        </p:txBody>
      </p:sp>
      <p:sp>
        <p:nvSpPr>
          <p:cNvPr id="58" name="Text 43"/>
          <p:cNvSpPr/>
          <p:nvPr/>
        </p:nvSpPr>
        <p:spPr>
          <a:xfrm>
            <a:off x="2752725" y="2028825"/>
            <a:ext cx="5336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진입</a:t>
            </a:r>
            <a:endParaRPr lang="en-US" sz="975" dirty="0"/>
          </a:p>
        </p:txBody>
      </p:sp>
      <p:sp>
        <p:nvSpPr>
          <p:cNvPr id="59" name="Text 44"/>
          <p:cNvSpPr/>
          <p:nvPr/>
        </p:nvSpPr>
        <p:spPr>
          <a:xfrm>
            <a:off x="9949235" y="2028825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75" dirty="0"/>
          </a:p>
        </p:txBody>
      </p:sp>
      <p:sp>
        <p:nvSpPr>
          <p:cNvPr id="60" name="Shape 45"/>
          <p:cNvSpPr/>
          <p:nvPr/>
        </p:nvSpPr>
        <p:spPr>
          <a:xfrm>
            <a:off x="2752725" y="2252663"/>
            <a:ext cx="7334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61" name="Shape 46"/>
          <p:cNvSpPr/>
          <p:nvPr/>
        </p:nvSpPr>
        <p:spPr>
          <a:xfrm>
            <a:off x="2752725" y="2252663"/>
            <a:ext cx="29337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62" name="Shape 47"/>
          <p:cNvSpPr/>
          <p:nvPr/>
        </p:nvSpPr>
        <p:spPr>
          <a:xfrm>
            <a:off x="5600700" y="2205038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63" name="Text 48"/>
          <p:cNvSpPr/>
          <p:nvPr/>
        </p:nvSpPr>
        <p:spPr>
          <a:xfrm>
            <a:off x="2752725" y="2500313"/>
            <a:ext cx="5336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진입</a:t>
            </a:r>
            <a:endParaRPr lang="en-US" sz="975" dirty="0"/>
          </a:p>
        </p:txBody>
      </p:sp>
      <p:sp>
        <p:nvSpPr>
          <p:cNvPr id="64" name="Text 49"/>
          <p:cNvSpPr/>
          <p:nvPr/>
        </p:nvSpPr>
        <p:spPr>
          <a:xfrm>
            <a:off x="9949235" y="2500313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75" dirty="0"/>
          </a:p>
        </p:txBody>
      </p:sp>
      <p:sp>
        <p:nvSpPr>
          <p:cNvPr id="65" name="Shape 50"/>
          <p:cNvSpPr/>
          <p:nvPr/>
        </p:nvSpPr>
        <p:spPr>
          <a:xfrm>
            <a:off x="2752725" y="2724150"/>
            <a:ext cx="7334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66" name="Shape 51"/>
          <p:cNvSpPr/>
          <p:nvPr/>
        </p:nvSpPr>
        <p:spPr>
          <a:xfrm>
            <a:off x="2752725" y="2724150"/>
            <a:ext cx="4400550" cy="76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67" name="Shape 52"/>
          <p:cNvSpPr/>
          <p:nvPr/>
        </p:nvSpPr>
        <p:spPr>
          <a:xfrm>
            <a:off x="7067550" y="2676525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68" name="Text 53"/>
          <p:cNvSpPr/>
          <p:nvPr/>
        </p:nvSpPr>
        <p:spPr>
          <a:xfrm>
            <a:off x="2752725" y="2971800"/>
            <a:ext cx="53369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진입</a:t>
            </a:r>
            <a:endParaRPr lang="en-US" sz="975" dirty="0"/>
          </a:p>
        </p:txBody>
      </p:sp>
      <p:sp>
        <p:nvSpPr>
          <p:cNvPr id="69" name="Text 54"/>
          <p:cNvSpPr/>
          <p:nvPr/>
        </p:nvSpPr>
        <p:spPr>
          <a:xfrm>
            <a:off x="9949235" y="2971800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75" dirty="0"/>
          </a:p>
        </p:txBody>
      </p:sp>
      <p:sp>
        <p:nvSpPr>
          <p:cNvPr id="70" name="Shape 55"/>
          <p:cNvSpPr/>
          <p:nvPr/>
        </p:nvSpPr>
        <p:spPr>
          <a:xfrm>
            <a:off x="2752725" y="3195638"/>
            <a:ext cx="7334250" cy="762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1" name="Shape 56"/>
          <p:cNvSpPr/>
          <p:nvPr/>
        </p:nvSpPr>
        <p:spPr>
          <a:xfrm>
            <a:off x="2752725" y="3195638"/>
            <a:ext cx="5867400" cy="76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2" name="Shape 57"/>
          <p:cNvSpPr/>
          <p:nvPr/>
        </p:nvSpPr>
        <p:spPr>
          <a:xfrm>
            <a:off x="8534400" y="3148013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3" name="Shape 58"/>
          <p:cNvSpPr/>
          <p:nvPr/>
        </p:nvSpPr>
        <p:spPr>
          <a:xfrm>
            <a:off x="2752725" y="3462338"/>
            <a:ext cx="7334250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4" name="Text 59"/>
          <p:cNvSpPr/>
          <p:nvPr/>
        </p:nvSpPr>
        <p:spPr>
          <a:xfrm>
            <a:off x="2752725" y="3624263"/>
            <a:ext cx="863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상한 (°C)</a:t>
            </a:r>
            <a:endParaRPr lang="en-US" sz="1050" dirty="0"/>
          </a:p>
        </p:txBody>
      </p:sp>
      <p:sp>
        <p:nvSpPr>
          <p:cNvPr id="75" name="Text 60"/>
          <p:cNvSpPr/>
          <p:nvPr/>
        </p:nvSpPr>
        <p:spPr>
          <a:xfrm>
            <a:off x="2752725" y="3781425"/>
            <a:ext cx="8635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시 즉시 경고</a:t>
            </a:r>
            <a:endParaRPr lang="en-US" sz="900" dirty="0"/>
          </a:p>
        </p:txBody>
      </p:sp>
      <p:sp>
        <p:nvSpPr>
          <p:cNvPr id="76" name="Text 61"/>
          <p:cNvSpPr/>
          <p:nvPr/>
        </p:nvSpPr>
        <p:spPr>
          <a:xfrm>
            <a:off x="9716170" y="3664744"/>
            <a:ext cx="44700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</a:t>
            </a:r>
            <a:endParaRPr lang="en-US" sz="1500" dirty="0"/>
          </a:p>
        </p:txBody>
      </p:sp>
      <p:sp>
        <p:nvSpPr>
          <p:cNvPr id="77" name="Shape 62"/>
          <p:cNvSpPr/>
          <p:nvPr/>
        </p:nvSpPr>
        <p:spPr>
          <a:xfrm>
            <a:off x="9475217" y="4110038"/>
            <a:ext cx="611758" cy="366713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78" name="Text 63"/>
          <p:cNvSpPr/>
          <p:nvPr/>
        </p:nvSpPr>
        <p:spPr>
          <a:xfrm>
            <a:off x="9665717" y="4214813"/>
            <a:ext cx="30695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1048717" y="207169"/>
            <a:ext cx="454819" cy="195263"/>
          </a:xfrm>
          <a:prstGeom prst="roundRect">
            <a:avLst>
              <a:gd name="adj" fmla="val 2926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15392" y="226219"/>
            <a:ext cx="397669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spc="-25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114300" y="68580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" y="807244"/>
            <a:ext cx="920725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3400" y="12334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관리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3400" y="166211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0738"/>
            <a:ext cx="800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0" y="9124950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9324975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5300" y="9329738"/>
            <a:ext cx="946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화면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24" name="Shape 15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25" name="Text 16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533400" y="9846469"/>
            <a:ext cx="701204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계정</a:t>
            </a:r>
            <a:endParaRPr lang="en-US" sz="975" dirty="0"/>
          </a:p>
        </p:txBody>
      </p:sp>
      <p:sp>
        <p:nvSpPr>
          <p:cNvPr id="27" name="Text 18"/>
          <p:cNvSpPr/>
          <p:nvPr/>
        </p:nvSpPr>
        <p:spPr>
          <a:xfrm>
            <a:off x="533400" y="9998869"/>
            <a:ext cx="70120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관리자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29" name="Shape 20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0" name="Shape 21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22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028950" y="133350"/>
            <a:ext cx="1088752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2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275" dirty="0"/>
          </a:p>
        </p:txBody>
      </p:sp>
      <p:sp>
        <p:nvSpPr>
          <p:cNvPr id="34" name="Text 24"/>
          <p:cNvSpPr/>
          <p:nvPr/>
        </p:nvSpPr>
        <p:spPr>
          <a:xfrm>
            <a:off x="3028950" y="328613"/>
            <a:ext cx="1088752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운영 현황 허브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27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1" name="Shape 29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2" name="Text 30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2514600" y="838200"/>
            <a:ext cx="3614738" cy="100965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44" name="Text 32"/>
          <p:cNvSpPr/>
          <p:nvPr/>
        </p:nvSpPr>
        <p:spPr>
          <a:xfrm>
            <a:off x="2695575" y="1019175"/>
            <a:ext cx="35780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유저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2695575" y="1204913"/>
            <a:ext cx="35780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</a:t>
            </a:r>
            <a:endParaRPr lang="en-US" sz="1950" dirty="0"/>
          </a:p>
        </p:txBody>
      </p:sp>
      <p:sp>
        <p:nvSpPr>
          <p:cNvPr id="46" name="Text 34"/>
          <p:cNvSpPr/>
          <p:nvPr/>
        </p:nvSpPr>
        <p:spPr>
          <a:xfrm>
            <a:off x="2695575" y="1538288"/>
            <a:ext cx="357806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신규 +18</a:t>
            </a:r>
            <a:endParaRPr lang="en-US" sz="825" dirty="0"/>
          </a:p>
        </p:txBody>
      </p:sp>
      <p:sp>
        <p:nvSpPr>
          <p:cNvPr id="47" name="Shape 35"/>
          <p:cNvSpPr/>
          <p:nvPr/>
        </p:nvSpPr>
        <p:spPr>
          <a:xfrm>
            <a:off x="6262688" y="838200"/>
            <a:ext cx="3614738" cy="100965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48" name="Text 36"/>
          <p:cNvSpPr/>
          <p:nvPr/>
        </p:nvSpPr>
        <p:spPr>
          <a:xfrm>
            <a:off x="6443663" y="1019175"/>
            <a:ext cx="35780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배터리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6443663" y="1204913"/>
            <a:ext cx="35780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1,284</a:t>
            </a:r>
            <a:endParaRPr lang="en-US" sz="1950" dirty="0"/>
          </a:p>
        </p:txBody>
      </p:sp>
      <p:sp>
        <p:nvSpPr>
          <p:cNvPr id="50" name="Text 38"/>
          <p:cNvSpPr/>
          <p:nvPr/>
        </p:nvSpPr>
        <p:spPr>
          <a:xfrm>
            <a:off x="6443663" y="1538288"/>
            <a:ext cx="357806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 신규 +42</a:t>
            </a:r>
            <a:endParaRPr lang="en-US" sz="825" dirty="0"/>
          </a:p>
        </p:txBody>
      </p:sp>
      <p:sp>
        <p:nvSpPr>
          <p:cNvPr id="51" name="Shape 39"/>
          <p:cNvSpPr/>
          <p:nvPr/>
        </p:nvSpPr>
        <p:spPr>
          <a:xfrm>
            <a:off x="10010775" y="838200"/>
            <a:ext cx="3614738" cy="100965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2" name="Text 40"/>
          <p:cNvSpPr/>
          <p:nvPr/>
        </p:nvSpPr>
        <p:spPr>
          <a:xfrm>
            <a:off x="10191750" y="1019175"/>
            <a:ext cx="35780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 세션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10191750" y="1204913"/>
            <a:ext cx="35780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950" dirty="0"/>
          </a:p>
        </p:txBody>
      </p:sp>
      <p:sp>
        <p:nvSpPr>
          <p:cNvPr id="54" name="Text 42"/>
          <p:cNvSpPr/>
          <p:nvPr/>
        </p:nvSpPr>
        <p:spPr>
          <a:xfrm>
            <a:off x="10191750" y="1538288"/>
            <a:ext cx="357806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진행 중</a:t>
            </a:r>
            <a:endParaRPr lang="en-US" sz="825" dirty="0"/>
          </a:p>
        </p:txBody>
      </p:sp>
      <p:sp>
        <p:nvSpPr>
          <p:cNvPr id="55" name="Shape 43"/>
          <p:cNvSpPr/>
          <p:nvPr/>
        </p:nvSpPr>
        <p:spPr>
          <a:xfrm>
            <a:off x="13758863" y="838200"/>
            <a:ext cx="3614738" cy="100965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9525">
            <a:solidFill>
              <a:srgbClr val="F8D2C0"/>
            </a:solidFill>
            <a:prstDash val="solid"/>
          </a:ln>
        </p:spPr>
        <p:txBody>
          <a:bodyPr/>
          <a:p/>
        </p:txBody>
      </p:sp>
      <p:sp>
        <p:nvSpPr>
          <p:cNvPr id="56" name="Text 44"/>
          <p:cNvSpPr/>
          <p:nvPr/>
        </p:nvSpPr>
        <p:spPr>
          <a:xfrm>
            <a:off x="13939838" y="1019175"/>
            <a:ext cx="357806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위험/경고 배터리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13939838" y="1204913"/>
            <a:ext cx="35780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58" name="Text 46"/>
          <p:cNvSpPr/>
          <p:nvPr/>
        </p:nvSpPr>
        <p:spPr>
          <a:xfrm>
            <a:off x="13939838" y="1538288"/>
            <a:ext cx="357806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이상 23건</a:t>
            </a:r>
            <a:endParaRPr lang="en-US" sz="825" dirty="0"/>
          </a:p>
        </p:txBody>
      </p:sp>
      <p:sp>
        <p:nvSpPr>
          <p:cNvPr id="59" name="Shape 47"/>
          <p:cNvSpPr/>
          <p:nvPr/>
        </p:nvSpPr>
        <p:spPr>
          <a:xfrm>
            <a:off x="2514600" y="2019300"/>
            <a:ext cx="8312423" cy="2595563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60" name="Text 48"/>
          <p:cNvSpPr/>
          <p:nvPr/>
        </p:nvSpPr>
        <p:spPr>
          <a:xfrm>
            <a:off x="2714625" y="2219325"/>
            <a:ext cx="16215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7일 이상 이벤트 추이</a:t>
            </a:r>
            <a:endParaRPr lang="en-US" sz="1125" dirty="0"/>
          </a:p>
        </p:txBody>
      </p:sp>
      <p:sp>
        <p:nvSpPr>
          <p:cNvPr id="61" name="Text 49"/>
          <p:cNvSpPr/>
          <p:nvPr/>
        </p:nvSpPr>
        <p:spPr>
          <a:xfrm>
            <a:off x="9725323" y="2235994"/>
            <a:ext cx="97787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추이 자세히 보기 →</a:t>
            </a:r>
            <a:endParaRPr lang="en-US" sz="900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714625" y="2524125"/>
            <a:ext cx="7912373" cy="161925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2905125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900" dirty="0"/>
          </a:p>
        </p:txBody>
      </p:sp>
      <p:sp>
        <p:nvSpPr>
          <p:cNvPr id="64" name="Text 51"/>
          <p:cNvSpPr/>
          <p:nvPr/>
        </p:nvSpPr>
        <p:spPr>
          <a:xfrm>
            <a:off x="4143896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900" dirty="0"/>
          </a:p>
        </p:txBody>
      </p:sp>
      <p:sp>
        <p:nvSpPr>
          <p:cNvPr id="65" name="Text 52"/>
          <p:cNvSpPr/>
          <p:nvPr/>
        </p:nvSpPr>
        <p:spPr>
          <a:xfrm>
            <a:off x="5382592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900" dirty="0"/>
          </a:p>
        </p:txBody>
      </p:sp>
      <p:sp>
        <p:nvSpPr>
          <p:cNvPr id="66" name="Text 53"/>
          <p:cNvSpPr/>
          <p:nvPr/>
        </p:nvSpPr>
        <p:spPr>
          <a:xfrm>
            <a:off x="6621363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900" dirty="0"/>
          </a:p>
        </p:txBody>
      </p:sp>
      <p:sp>
        <p:nvSpPr>
          <p:cNvPr id="67" name="Text 54"/>
          <p:cNvSpPr/>
          <p:nvPr/>
        </p:nvSpPr>
        <p:spPr>
          <a:xfrm>
            <a:off x="7860134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900" dirty="0"/>
          </a:p>
        </p:txBody>
      </p:sp>
      <p:sp>
        <p:nvSpPr>
          <p:cNvPr id="68" name="Text 55"/>
          <p:cNvSpPr/>
          <p:nvPr/>
        </p:nvSpPr>
        <p:spPr>
          <a:xfrm>
            <a:off x="9098831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900" dirty="0"/>
          </a:p>
        </p:txBody>
      </p:sp>
      <p:sp>
        <p:nvSpPr>
          <p:cNvPr id="69" name="Text 56"/>
          <p:cNvSpPr/>
          <p:nvPr/>
        </p:nvSpPr>
        <p:spPr>
          <a:xfrm>
            <a:off x="10337602" y="4276725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10979423" y="2019300"/>
            <a:ext cx="6394177" cy="2595563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71" name="Text 58"/>
          <p:cNvSpPr/>
          <p:nvPr/>
        </p:nvSpPr>
        <p:spPr>
          <a:xfrm>
            <a:off x="11179448" y="2219325"/>
            <a:ext cx="6593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상태 분포</a:t>
            </a:r>
            <a:endParaRPr lang="en-US" sz="1125" dirty="0"/>
          </a:p>
        </p:txBody>
      </p:sp>
      <p:sp>
        <p:nvSpPr>
          <p:cNvPr id="72" name="Text 59"/>
          <p:cNvSpPr/>
          <p:nvPr/>
        </p:nvSpPr>
        <p:spPr>
          <a:xfrm>
            <a:off x="11179448" y="2531269"/>
            <a:ext cx="5524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900" dirty="0"/>
          </a:p>
        </p:txBody>
      </p:sp>
      <p:sp>
        <p:nvSpPr>
          <p:cNvPr id="73" name="Shape 60"/>
          <p:cNvSpPr/>
          <p:nvPr/>
        </p:nvSpPr>
        <p:spPr>
          <a:xfrm>
            <a:off x="11750948" y="2543175"/>
            <a:ext cx="4908277" cy="1143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4" name="Shape 61"/>
          <p:cNvSpPr/>
          <p:nvPr/>
        </p:nvSpPr>
        <p:spPr>
          <a:xfrm>
            <a:off x="11750948" y="2543175"/>
            <a:ext cx="4417442" cy="1143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75" name="Text 62"/>
          <p:cNvSpPr/>
          <p:nvPr/>
        </p:nvSpPr>
        <p:spPr>
          <a:xfrm>
            <a:off x="16678275" y="2524125"/>
            <a:ext cx="495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1,152</a:t>
            </a:r>
            <a:endParaRPr lang="en-US" sz="1050" dirty="0"/>
          </a:p>
        </p:txBody>
      </p:sp>
      <p:sp>
        <p:nvSpPr>
          <p:cNvPr id="76" name="Text 63"/>
          <p:cNvSpPr/>
          <p:nvPr/>
        </p:nvSpPr>
        <p:spPr>
          <a:xfrm>
            <a:off x="11179448" y="2788444"/>
            <a:ext cx="5524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주시</a:t>
            </a:r>
            <a:endParaRPr lang="en-US" sz="900" dirty="0"/>
          </a:p>
        </p:txBody>
      </p:sp>
      <p:sp>
        <p:nvSpPr>
          <p:cNvPr id="77" name="Shape 64"/>
          <p:cNvSpPr/>
          <p:nvPr/>
        </p:nvSpPr>
        <p:spPr>
          <a:xfrm>
            <a:off x="11750948" y="2800350"/>
            <a:ext cx="4908277" cy="1143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78" name="Shape 65"/>
          <p:cNvSpPr/>
          <p:nvPr/>
        </p:nvSpPr>
        <p:spPr>
          <a:xfrm>
            <a:off x="11750948" y="2800350"/>
            <a:ext cx="1177975" cy="1143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9" name="Text 66"/>
          <p:cNvSpPr/>
          <p:nvPr/>
        </p:nvSpPr>
        <p:spPr>
          <a:xfrm>
            <a:off x="16678275" y="2781300"/>
            <a:ext cx="495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050" dirty="0"/>
          </a:p>
        </p:txBody>
      </p:sp>
      <p:sp>
        <p:nvSpPr>
          <p:cNvPr id="80" name="Text 67"/>
          <p:cNvSpPr/>
          <p:nvPr/>
        </p:nvSpPr>
        <p:spPr>
          <a:xfrm>
            <a:off x="11179448" y="3045619"/>
            <a:ext cx="5524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</a:t>
            </a:r>
            <a:endParaRPr lang="en-US" sz="900" dirty="0"/>
          </a:p>
        </p:txBody>
      </p:sp>
      <p:sp>
        <p:nvSpPr>
          <p:cNvPr id="81" name="Shape 68"/>
          <p:cNvSpPr/>
          <p:nvPr/>
        </p:nvSpPr>
        <p:spPr>
          <a:xfrm>
            <a:off x="11750948" y="3057525"/>
            <a:ext cx="4908277" cy="114300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2" name="Shape 69"/>
          <p:cNvSpPr/>
          <p:nvPr/>
        </p:nvSpPr>
        <p:spPr>
          <a:xfrm>
            <a:off x="11750948" y="3057525"/>
            <a:ext cx="294456" cy="1143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3" name="Text 70"/>
          <p:cNvSpPr/>
          <p:nvPr/>
        </p:nvSpPr>
        <p:spPr>
          <a:xfrm>
            <a:off x="16678275" y="3038475"/>
            <a:ext cx="4953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84" name="Shape 71"/>
          <p:cNvSpPr/>
          <p:nvPr/>
        </p:nvSpPr>
        <p:spPr>
          <a:xfrm>
            <a:off x="11179448" y="3324225"/>
            <a:ext cx="5994127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5" name="Text 72"/>
          <p:cNvSpPr/>
          <p:nvPr/>
        </p:nvSpPr>
        <p:spPr>
          <a:xfrm>
            <a:off x="11179448" y="3448050"/>
            <a:ext cx="7378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1 / 2 / 3</a:t>
            </a:r>
            <a:endParaRPr lang="en-US" sz="975" dirty="0"/>
          </a:p>
        </p:txBody>
      </p:sp>
      <p:sp>
        <p:nvSpPr>
          <p:cNvPr id="86" name="Text 73"/>
          <p:cNvSpPr/>
          <p:nvPr/>
        </p:nvSpPr>
        <p:spPr>
          <a:xfrm>
            <a:off x="16347356" y="3448050"/>
            <a:ext cx="9024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 / 448 / 224</a:t>
            </a:r>
            <a:endParaRPr lang="en-US" sz="975" dirty="0"/>
          </a:p>
        </p:txBody>
      </p:sp>
      <p:sp>
        <p:nvSpPr>
          <p:cNvPr id="87" name="Shape 74"/>
          <p:cNvSpPr/>
          <p:nvPr/>
        </p:nvSpPr>
        <p:spPr>
          <a:xfrm>
            <a:off x="2514600" y="4786313"/>
            <a:ext cx="4851350" cy="216403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88" name="Text 75"/>
          <p:cNvSpPr/>
          <p:nvPr/>
        </p:nvSpPr>
        <p:spPr>
          <a:xfrm>
            <a:off x="2695575" y="4967288"/>
            <a:ext cx="9577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위험 배터리</a:t>
            </a:r>
            <a:endParaRPr lang="en-US" sz="1050" dirty="0"/>
          </a:p>
        </p:txBody>
      </p:sp>
      <p:sp>
        <p:nvSpPr>
          <p:cNvPr id="89" name="Text 76"/>
          <p:cNvSpPr/>
          <p:nvPr/>
        </p:nvSpPr>
        <p:spPr>
          <a:xfrm>
            <a:off x="6756425" y="4976813"/>
            <a:ext cx="50475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더보기 →</a:t>
            </a:r>
            <a:endParaRPr lang="en-US" sz="900" dirty="0"/>
          </a:p>
        </p:txBody>
      </p:sp>
      <p:sp>
        <p:nvSpPr>
          <p:cNvPr id="90" name="Shape 77"/>
          <p:cNvSpPr/>
          <p:nvPr/>
        </p:nvSpPr>
        <p:spPr>
          <a:xfrm>
            <a:off x="2695575" y="5519738"/>
            <a:ext cx="448940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91" name="Text 78"/>
          <p:cNvSpPr/>
          <p:nvPr/>
        </p:nvSpPr>
        <p:spPr>
          <a:xfrm>
            <a:off x="2695575" y="5295900"/>
            <a:ext cx="6554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92" name="Text 79"/>
          <p:cNvSpPr/>
          <p:nvPr/>
        </p:nvSpPr>
        <p:spPr>
          <a:xfrm>
            <a:off x="7047235" y="5295900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75" dirty="0"/>
          </a:p>
        </p:txBody>
      </p:sp>
      <p:sp>
        <p:nvSpPr>
          <p:cNvPr id="93" name="Shape 80"/>
          <p:cNvSpPr/>
          <p:nvPr/>
        </p:nvSpPr>
        <p:spPr>
          <a:xfrm>
            <a:off x="2695575" y="5924550"/>
            <a:ext cx="448940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94" name="Text 81"/>
          <p:cNvSpPr/>
          <p:nvPr/>
        </p:nvSpPr>
        <p:spPr>
          <a:xfrm>
            <a:off x="2695575" y="5700713"/>
            <a:ext cx="63222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PACK-118</a:t>
            </a:r>
            <a:endParaRPr lang="en-US" sz="975" dirty="0"/>
          </a:p>
        </p:txBody>
      </p:sp>
      <p:sp>
        <p:nvSpPr>
          <p:cNvPr id="95" name="Text 82"/>
          <p:cNvSpPr/>
          <p:nvPr/>
        </p:nvSpPr>
        <p:spPr>
          <a:xfrm>
            <a:off x="7047235" y="5700713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75" dirty="0"/>
          </a:p>
        </p:txBody>
      </p:sp>
      <p:sp>
        <p:nvSpPr>
          <p:cNvPr id="96" name="Text 83"/>
          <p:cNvSpPr/>
          <p:nvPr/>
        </p:nvSpPr>
        <p:spPr>
          <a:xfrm>
            <a:off x="2695575" y="6105525"/>
            <a:ext cx="6603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PACK-247</a:t>
            </a:r>
            <a:endParaRPr lang="en-US" sz="975" dirty="0"/>
          </a:p>
        </p:txBody>
      </p:sp>
      <p:sp>
        <p:nvSpPr>
          <p:cNvPr id="97" name="Text 84"/>
          <p:cNvSpPr/>
          <p:nvPr/>
        </p:nvSpPr>
        <p:spPr>
          <a:xfrm>
            <a:off x="7047235" y="6105525"/>
            <a:ext cx="21394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75" dirty="0"/>
          </a:p>
        </p:txBody>
      </p:sp>
      <p:sp>
        <p:nvSpPr>
          <p:cNvPr id="98" name="Shape 85"/>
          <p:cNvSpPr/>
          <p:nvPr/>
        </p:nvSpPr>
        <p:spPr>
          <a:xfrm>
            <a:off x="7518350" y="4786313"/>
            <a:ext cx="4851425" cy="216403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pic>
        <p:nvPicPr>
          <p:cNvPr id="9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99325" y="4969669"/>
            <a:ext cx="152400" cy="152400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7918400" y="4967288"/>
            <a:ext cx="5376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sp>
        <p:nvSpPr>
          <p:cNvPr id="101" name="Text 87"/>
          <p:cNvSpPr/>
          <p:nvPr/>
        </p:nvSpPr>
        <p:spPr>
          <a:xfrm>
            <a:off x="11634341" y="4976813"/>
            <a:ext cx="63065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관리 →</a:t>
            </a:r>
            <a:endParaRPr lang="en-US" sz="900" dirty="0"/>
          </a:p>
        </p:txBody>
      </p:sp>
      <p:sp>
        <p:nvSpPr>
          <p:cNvPr id="102" name="Shape 88"/>
          <p:cNvSpPr/>
          <p:nvPr/>
        </p:nvSpPr>
        <p:spPr>
          <a:xfrm>
            <a:off x="7699325" y="5666408"/>
            <a:ext cx="4489475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03" name="Shape 89"/>
          <p:cNvSpPr/>
          <p:nvPr/>
        </p:nvSpPr>
        <p:spPr>
          <a:xfrm>
            <a:off x="7699325" y="5305425"/>
            <a:ext cx="298177" cy="152400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104" name="Text 90"/>
          <p:cNvSpPr/>
          <p:nvPr/>
        </p:nvSpPr>
        <p:spPr>
          <a:xfrm>
            <a:off x="7766000" y="5324475"/>
            <a:ext cx="2410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</a:t>
            </a:r>
            <a:endParaRPr lang="en-US" sz="750" dirty="0"/>
          </a:p>
        </p:txBody>
      </p:sp>
      <p:sp>
        <p:nvSpPr>
          <p:cNvPr id="105" name="Text 91"/>
          <p:cNvSpPr/>
          <p:nvPr/>
        </p:nvSpPr>
        <p:spPr>
          <a:xfrm>
            <a:off x="8083228" y="5295900"/>
            <a:ext cx="451613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펌웨어 v5.2 긴급 업데이트 안내</a:t>
            </a:r>
            <a:endParaRPr lang="en-US" sz="975" dirty="0"/>
          </a:p>
        </p:txBody>
      </p:sp>
      <p:sp>
        <p:nvSpPr>
          <p:cNvPr id="106" name="Text 92"/>
          <p:cNvSpPr/>
          <p:nvPr/>
        </p:nvSpPr>
        <p:spPr>
          <a:xfrm>
            <a:off x="8083228" y="5466383"/>
            <a:ext cx="45161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</a:t>
            </a:r>
            <a:endParaRPr lang="en-US" sz="825" dirty="0"/>
          </a:p>
        </p:txBody>
      </p:sp>
      <p:sp>
        <p:nvSpPr>
          <p:cNvPr id="107" name="Shape 93"/>
          <p:cNvSpPr/>
          <p:nvPr/>
        </p:nvSpPr>
        <p:spPr>
          <a:xfrm>
            <a:off x="7699325" y="6217890"/>
            <a:ext cx="4489475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08" name="Shape 94"/>
          <p:cNvSpPr/>
          <p:nvPr/>
        </p:nvSpPr>
        <p:spPr>
          <a:xfrm>
            <a:off x="7699325" y="5856908"/>
            <a:ext cx="298177" cy="1524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  <p:txBody>
          <a:bodyPr/>
          <a:p/>
        </p:txBody>
      </p:sp>
      <p:sp>
        <p:nvSpPr>
          <p:cNvPr id="109" name="Text 95"/>
          <p:cNvSpPr/>
          <p:nvPr/>
        </p:nvSpPr>
        <p:spPr>
          <a:xfrm>
            <a:off x="7766000" y="5875958"/>
            <a:ext cx="2410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</a:t>
            </a:r>
            <a:endParaRPr lang="en-US" sz="750" dirty="0"/>
          </a:p>
        </p:txBody>
      </p:sp>
      <p:sp>
        <p:nvSpPr>
          <p:cNvPr id="110" name="Text 96"/>
          <p:cNvSpPr/>
          <p:nvPr/>
        </p:nvSpPr>
        <p:spPr>
          <a:xfrm>
            <a:off x="8083228" y="5847383"/>
            <a:ext cx="451613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정기 서버 점검 (무중단)</a:t>
            </a:r>
            <a:endParaRPr lang="en-US" sz="975" dirty="0"/>
          </a:p>
        </p:txBody>
      </p:sp>
      <p:sp>
        <p:nvSpPr>
          <p:cNvPr id="111" name="Text 97"/>
          <p:cNvSpPr/>
          <p:nvPr/>
        </p:nvSpPr>
        <p:spPr>
          <a:xfrm>
            <a:off x="8083228" y="6017865"/>
            <a:ext cx="45161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</a:t>
            </a:r>
            <a:endParaRPr lang="en-US" sz="825" dirty="0"/>
          </a:p>
        </p:txBody>
      </p:sp>
      <p:sp>
        <p:nvSpPr>
          <p:cNvPr id="112" name="Shape 98"/>
          <p:cNvSpPr/>
          <p:nvPr/>
        </p:nvSpPr>
        <p:spPr>
          <a:xfrm>
            <a:off x="7699325" y="6408390"/>
            <a:ext cx="298177" cy="152400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113" name="Text 99"/>
          <p:cNvSpPr/>
          <p:nvPr/>
        </p:nvSpPr>
        <p:spPr>
          <a:xfrm>
            <a:off x="7766000" y="6427440"/>
            <a:ext cx="2410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750" dirty="0"/>
          </a:p>
        </p:txBody>
      </p:sp>
      <p:sp>
        <p:nvSpPr>
          <p:cNvPr id="114" name="Text 100"/>
          <p:cNvSpPr/>
          <p:nvPr/>
        </p:nvSpPr>
        <p:spPr>
          <a:xfrm>
            <a:off x="8083228" y="6398865"/>
            <a:ext cx="451613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근거(XAI) 패널 정식 오픈</a:t>
            </a:r>
            <a:endParaRPr lang="en-US" sz="975" dirty="0"/>
          </a:p>
        </p:txBody>
      </p:sp>
      <p:sp>
        <p:nvSpPr>
          <p:cNvPr id="115" name="Text 101"/>
          <p:cNvSpPr/>
          <p:nvPr/>
        </p:nvSpPr>
        <p:spPr>
          <a:xfrm>
            <a:off x="8083228" y="6569348"/>
            <a:ext cx="45161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6/28</a:t>
            </a:r>
            <a:endParaRPr lang="en-US" sz="825" dirty="0"/>
          </a:p>
        </p:txBody>
      </p:sp>
      <p:sp>
        <p:nvSpPr>
          <p:cNvPr id="116" name="Shape 102"/>
          <p:cNvSpPr/>
          <p:nvPr/>
        </p:nvSpPr>
        <p:spPr>
          <a:xfrm>
            <a:off x="12522175" y="4786313"/>
            <a:ext cx="4851425" cy="216403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17" name="Text 103"/>
          <p:cNvSpPr/>
          <p:nvPr/>
        </p:nvSpPr>
        <p:spPr>
          <a:xfrm>
            <a:off x="12703150" y="4967288"/>
            <a:ext cx="9577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관리자 조작</a:t>
            </a:r>
            <a:endParaRPr lang="en-US" sz="1050" dirty="0"/>
          </a:p>
        </p:txBody>
      </p:sp>
      <p:sp>
        <p:nvSpPr>
          <p:cNvPr id="118" name="Text 104"/>
          <p:cNvSpPr/>
          <p:nvPr/>
        </p:nvSpPr>
        <p:spPr>
          <a:xfrm>
            <a:off x="16638166" y="4976813"/>
            <a:ext cx="63065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 →</a:t>
            </a:r>
            <a:endParaRPr lang="en-US" sz="900" dirty="0"/>
          </a:p>
        </p:txBody>
      </p:sp>
      <p:sp>
        <p:nvSpPr>
          <p:cNvPr id="119" name="Shape 105"/>
          <p:cNvSpPr/>
          <p:nvPr/>
        </p:nvSpPr>
        <p:spPr>
          <a:xfrm>
            <a:off x="12703150" y="5648325"/>
            <a:ext cx="4489475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20" name="Text 106"/>
          <p:cNvSpPr/>
          <p:nvPr/>
        </p:nvSpPr>
        <p:spPr>
          <a:xfrm>
            <a:off x="12703150" y="5295900"/>
            <a:ext cx="493842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BLOCKED 변경</a:t>
            </a:r>
            <a:endParaRPr lang="en-US" sz="975" dirty="0"/>
          </a:p>
        </p:txBody>
      </p:sp>
      <p:sp>
        <p:nvSpPr>
          <p:cNvPr id="121" name="Text 107"/>
          <p:cNvSpPr/>
          <p:nvPr/>
        </p:nvSpPr>
        <p:spPr>
          <a:xfrm>
            <a:off x="12703150" y="5443538"/>
            <a:ext cx="49384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· 12분 전</a:t>
            </a:r>
            <a:endParaRPr lang="en-US" sz="825" dirty="0"/>
          </a:p>
        </p:txBody>
      </p:sp>
      <p:sp>
        <p:nvSpPr>
          <p:cNvPr id="122" name="Shape 108"/>
          <p:cNvSpPr/>
          <p:nvPr/>
        </p:nvSpPr>
        <p:spPr>
          <a:xfrm>
            <a:off x="12703150" y="6181725"/>
            <a:ext cx="4489475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23" name="Text 109"/>
          <p:cNvSpPr/>
          <p:nvPr/>
        </p:nvSpPr>
        <p:spPr>
          <a:xfrm>
            <a:off x="12703150" y="5829300"/>
            <a:ext cx="493842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정지</a:t>
            </a:r>
            <a:endParaRPr lang="en-US" sz="975" dirty="0"/>
          </a:p>
        </p:txBody>
      </p:sp>
      <p:sp>
        <p:nvSpPr>
          <p:cNvPr id="124" name="Text 110"/>
          <p:cNvSpPr/>
          <p:nvPr/>
        </p:nvSpPr>
        <p:spPr>
          <a:xfrm>
            <a:off x="12703150" y="5976938"/>
            <a:ext cx="49384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· 1시간 전</a:t>
            </a:r>
            <a:endParaRPr lang="en-US" sz="825" dirty="0"/>
          </a:p>
        </p:txBody>
      </p:sp>
      <p:sp>
        <p:nvSpPr>
          <p:cNvPr id="125" name="Text 111"/>
          <p:cNvSpPr/>
          <p:nvPr/>
        </p:nvSpPr>
        <p:spPr>
          <a:xfrm>
            <a:off x="12703150" y="6362700"/>
            <a:ext cx="493842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 변경</a:t>
            </a:r>
            <a:endParaRPr lang="en-US" sz="975" dirty="0"/>
          </a:p>
        </p:txBody>
      </p:sp>
      <p:sp>
        <p:nvSpPr>
          <p:cNvPr id="126" name="Text 112"/>
          <p:cNvSpPr/>
          <p:nvPr/>
        </p:nvSpPr>
        <p:spPr>
          <a:xfrm>
            <a:off x="12703150" y="6510338"/>
            <a:ext cx="49384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· 3시간 전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1048717" y="207169"/>
            <a:ext cx="454819" cy="195263"/>
          </a:xfrm>
          <a:prstGeom prst="roundRect">
            <a:avLst>
              <a:gd name="adj" fmla="val 2926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15392" y="226219"/>
            <a:ext cx="397669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spc="-25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804863"/>
            <a:ext cx="91551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14300" y="1114425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3400" y="1235869"/>
            <a:ext cx="574700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관리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3400" y="166211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0738"/>
            <a:ext cx="800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0" y="9124950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9324975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5300" y="9329738"/>
            <a:ext cx="946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화면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24" name="Shape 15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25" name="Text 16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533400" y="9846469"/>
            <a:ext cx="701204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계정</a:t>
            </a:r>
            <a:endParaRPr lang="en-US" sz="975" dirty="0"/>
          </a:p>
        </p:txBody>
      </p:sp>
      <p:sp>
        <p:nvSpPr>
          <p:cNvPr id="27" name="Text 18"/>
          <p:cNvSpPr/>
          <p:nvPr/>
        </p:nvSpPr>
        <p:spPr>
          <a:xfrm>
            <a:off x="533400" y="9998869"/>
            <a:ext cx="70120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관리자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29" name="Shape 20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0" name="Shape 21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22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028950" y="133350"/>
            <a:ext cx="1095821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계정 관리</a:t>
            </a:r>
            <a:endParaRPr lang="en-US" sz="1275" dirty="0"/>
          </a:p>
        </p:txBody>
      </p:sp>
      <p:sp>
        <p:nvSpPr>
          <p:cNvPr id="34" name="Text 24"/>
          <p:cNvSpPr/>
          <p:nvPr/>
        </p:nvSpPr>
        <p:spPr>
          <a:xfrm>
            <a:off x="3028950" y="328613"/>
            <a:ext cx="1095821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조회 · 정지 / 해제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27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1" name="Shape 29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2" name="Text 30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2514600" y="838200"/>
            <a:ext cx="12733586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57475" y="952500"/>
            <a:ext cx="152400" cy="152400"/>
          </a:xfrm>
          <a:prstGeom prst="rect">
            <a:avLst/>
          </a:prstGeom>
        </p:spPr>
      </p:pic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86075" y="942975"/>
            <a:ext cx="12219236" cy="171450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15362486" y="859631"/>
            <a:ext cx="948407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7" name="Text 33"/>
          <p:cNvSpPr/>
          <p:nvPr/>
        </p:nvSpPr>
        <p:spPr>
          <a:xfrm>
            <a:off x="15505361" y="954881"/>
            <a:ext cx="56740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상태: 전체</a:t>
            </a:r>
            <a:endParaRPr lang="en-US" sz="975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6053718" y="971550"/>
            <a:ext cx="114300" cy="114300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16425193" y="859631"/>
            <a:ext cx="948407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0" name="Text 35"/>
          <p:cNvSpPr/>
          <p:nvPr/>
        </p:nvSpPr>
        <p:spPr>
          <a:xfrm>
            <a:off x="16568068" y="954881"/>
            <a:ext cx="56740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권한: 전체</a:t>
            </a:r>
            <a:endParaRPr lang="en-US" sz="975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7116425" y="971550"/>
            <a:ext cx="114300" cy="114300"/>
          </a:xfrm>
          <a:prstGeom prst="rect">
            <a:avLst/>
          </a:prstGeom>
        </p:spPr>
      </p:pic>
      <p:sp>
        <p:nvSpPr>
          <p:cNvPr id="52" name="Shape 36"/>
          <p:cNvSpPr/>
          <p:nvPr/>
        </p:nvSpPr>
        <p:spPr>
          <a:xfrm>
            <a:off x="2514600" y="1371600"/>
            <a:ext cx="14859000" cy="2605088"/>
          </a:xfrm>
          <a:prstGeom prst="roundRect">
            <a:avLst>
              <a:gd name="adj" fmla="val 5850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3" name="Shape 37"/>
          <p:cNvSpPr/>
          <p:nvPr/>
        </p:nvSpPr>
        <p:spPr>
          <a:xfrm>
            <a:off x="2524125" y="1381125"/>
            <a:ext cx="14839950" cy="414338"/>
          </a:xfrm>
          <a:prstGeom prst="rect">
            <a:avLst/>
          </a:prstGeom>
          <a:solidFill>
            <a:srgbClr val="FAF8F4"/>
          </a:solidFill>
          <a:ln/>
        </p:spPr>
        <p:txBody>
          <a:bodyPr/>
          <a:p/>
        </p:txBody>
      </p:sp>
      <p:sp>
        <p:nvSpPr>
          <p:cNvPr id="54" name="Shape 38"/>
          <p:cNvSpPr/>
          <p:nvPr/>
        </p:nvSpPr>
        <p:spPr>
          <a:xfrm>
            <a:off x="2524125" y="1785938"/>
            <a:ext cx="14839950" cy="9525"/>
          </a:xfrm>
          <a:prstGeom prst="rect">
            <a:avLst/>
          </a:prstGeom>
          <a:solidFill>
            <a:srgbClr val="ECE7DE"/>
          </a:solidFill>
          <a:ln/>
        </p:spPr>
        <p:txBody>
          <a:bodyPr/>
          <a:p/>
        </p:txBody>
      </p:sp>
      <p:sp>
        <p:nvSpPr>
          <p:cNvPr id="55" name="Text 39"/>
          <p:cNvSpPr/>
          <p:nvPr/>
        </p:nvSpPr>
        <p:spPr>
          <a:xfrm>
            <a:off x="2695575" y="1514475"/>
            <a:ext cx="289940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5331396" y="1514475"/>
            <a:ext cx="434906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endParaRPr lang="en-US" sz="900" dirty="0"/>
          </a:p>
        </p:txBody>
      </p:sp>
      <p:sp>
        <p:nvSpPr>
          <p:cNvPr id="57" name="Text 41"/>
          <p:cNvSpPr/>
          <p:nvPr/>
        </p:nvSpPr>
        <p:spPr>
          <a:xfrm>
            <a:off x="9285089" y="1514475"/>
            <a:ext cx="193293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</a:t>
            </a:r>
            <a:endParaRPr lang="en-US" sz="900" dirty="0"/>
          </a:p>
        </p:txBody>
      </p:sp>
      <p:sp>
        <p:nvSpPr>
          <p:cNvPr id="58" name="Text 42"/>
          <p:cNvSpPr/>
          <p:nvPr/>
        </p:nvSpPr>
        <p:spPr>
          <a:xfrm>
            <a:off x="11042303" y="1514475"/>
            <a:ext cx="217457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 배터리</a:t>
            </a:r>
            <a:endParaRPr lang="en-US" sz="900" dirty="0"/>
          </a:p>
        </p:txBody>
      </p:sp>
      <p:sp>
        <p:nvSpPr>
          <p:cNvPr id="59" name="Text 43"/>
          <p:cNvSpPr/>
          <p:nvPr/>
        </p:nvSpPr>
        <p:spPr>
          <a:xfrm>
            <a:off x="13019187" y="1514475"/>
            <a:ext cx="217457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900" dirty="0"/>
          </a:p>
        </p:txBody>
      </p:sp>
      <p:sp>
        <p:nvSpPr>
          <p:cNvPr id="60" name="Text 44"/>
          <p:cNvSpPr/>
          <p:nvPr/>
        </p:nvSpPr>
        <p:spPr>
          <a:xfrm>
            <a:off x="14776415" y="1514475"/>
            <a:ext cx="241621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900" dirty="0"/>
          </a:p>
        </p:txBody>
      </p:sp>
      <p:sp>
        <p:nvSpPr>
          <p:cNvPr id="61" name="Shape 45"/>
          <p:cNvSpPr/>
          <p:nvPr/>
        </p:nvSpPr>
        <p:spPr>
          <a:xfrm>
            <a:off x="2524125" y="2328863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62" name="Shape 46"/>
          <p:cNvSpPr/>
          <p:nvPr/>
        </p:nvSpPr>
        <p:spPr>
          <a:xfrm>
            <a:off x="2695575" y="192881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/>
        </p:spPr>
        <p:txBody>
          <a:bodyPr/>
          <a:p/>
        </p:txBody>
      </p:sp>
      <p:sp>
        <p:nvSpPr>
          <p:cNvPr id="63" name="Text 47"/>
          <p:cNvSpPr/>
          <p:nvPr/>
        </p:nvSpPr>
        <p:spPr>
          <a:xfrm>
            <a:off x="2779440" y="1993106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900" dirty="0"/>
          </a:p>
        </p:txBody>
      </p:sp>
      <p:sp>
        <p:nvSpPr>
          <p:cNvPr id="64" name="Text 48"/>
          <p:cNvSpPr/>
          <p:nvPr/>
        </p:nvSpPr>
        <p:spPr>
          <a:xfrm>
            <a:off x="3048000" y="1985963"/>
            <a:ext cx="3975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65" name="Text 49"/>
          <p:cNvSpPr/>
          <p:nvPr/>
        </p:nvSpPr>
        <p:spPr>
          <a:xfrm>
            <a:off x="5331396" y="1988344"/>
            <a:ext cx="434906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hong@cellguard.io</a:t>
            </a:r>
            <a:endParaRPr lang="en-US" sz="975" dirty="0"/>
          </a:p>
        </p:txBody>
      </p:sp>
      <p:sp>
        <p:nvSpPr>
          <p:cNvPr id="66" name="Shape 50"/>
          <p:cNvSpPr/>
          <p:nvPr/>
        </p:nvSpPr>
        <p:spPr>
          <a:xfrm>
            <a:off x="9285089" y="1988344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67" name="Text 51"/>
          <p:cNvSpPr/>
          <p:nvPr/>
        </p:nvSpPr>
        <p:spPr>
          <a:xfrm>
            <a:off x="9370814" y="2007394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endParaRPr lang="en-US" sz="825" dirty="0"/>
          </a:p>
        </p:txBody>
      </p:sp>
      <p:sp>
        <p:nvSpPr>
          <p:cNvPr id="68" name="Text 52"/>
          <p:cNvSpPr/>
          <p:nvPr/>
        </p:nvSpPr>
        <p:spPr>
          <a:xfrm>
            <a:off x="11042303" y="1988344"/>
            <a:ext cx="21745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69" name="Shape 53"/>
          <p:cNvSpPr/>
          <p:nvPr/>
        </p:nvSpPr>
        <p:spPr>
          <a:xfrm>
            <a:off x="13019187" y="1988344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70" name="Text 54"/>
          <p:cNvSpPr/>
          <p:nvPr/>
        </p:nvSpPr>
        <p:spPr>
          <a:xfrm>
            <a:off x="13104912" y="2007394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</a:t>
            </a:r>
            <a:endParaRPr lang="en-US" sz="825" dirty="0"/>
          </a:p>
        </p:txBody>
      </p:sp>
      <p:sp>
        <p:nvSpPr>
          <p:cNvPr id="71" name="Shape 55"/>
          <p:cNvSpPr/>
          <p:nvPr/>
        </p:nvSpPr>
        <p:spPr>
          <a:xfrm>
            <a:off x="16192946" y="1931194"/>
            <a:ext cx="595089" cy="261937"/>
          </a:xfrm>
          <a:prstGeom prst="roundRect">
            <a:avLst>
              <a:gd name="adj" fmla="val 29091"/>
            </a:avLst>
          </a:prstGeom>
          <a:solidFill>
            <a:srgbClr val="F5F9FF"/>
          </a:solidFill>
          <a:ln w="9525">
            <a:solidFill>
              <a:srgbClr val="CFE0FF"/>
            </a:solidFill>
            <a:prstDash val="solid"/>
          </a:ln>
        </p:spPr>
        <p:txBody>
          <a:bodyPr/>
          <a:p/>
        </p:txBody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297721" y="2000250"/>
            <a:ext cx="123825" cy="123825"/>
          </a:xfrm>
          <a:prstGeom prst="rect">
            <a:avLst/>
          </a:prstGeom>
        </p:spPr>
      </p:pic>
      <p:sp>
        <p:nvSpPr>
          <p:cNvPr id="73" name="Text 56"/>
          <p:cNvSpPr/>
          <p:nvPr/>
        </p:nvSpPr>
        <p:spPr>
          <a:xfrm>
            <a:off x="16469171" y="1988344"/>
            <a:ext cx="2902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975" dirty="0"/>
          </a:p>
        </p:txBody>
      </p:sp>
      <p:sp>
        <p:nvSpPr>
          <p:cNvPr id="74" name="Text 57"/>
          <p:cNvSpPr/>
          <p:nvPr/>
        </p:nvSpPr>
        <p:spPr>
          <a:xfrm>
            <a:off x="16921386" y="1988344"/>
            <a:ext cx="29028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</a:t>
            </a:r>
            <a:endParaRPr lang="en-US" sz="975" dirty="0"/>
          </a:p>
        </p:txBody>
      </p:sp>
      <p:sp>
        <p:nvSpPr>
          <p:cNvPr id="75" name="Shape 58"/>
          <p:cNvSpPr/>
          <p:nvPr/>
        </p:nvSpPr>
        <p:spPr>
          <a:xfrm>
            <a:off x="2524125" y="2871788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76" name="Shape 59"/>
          <p:cNvSpPr/>
          <p:nvPr/>
        </p:nvSpPr>
        <p:spPr>
          <a:xfrm>
            <a:off x="2695575" y="247173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/>
        </p:spPr>
        <p:txBody>
          <a:bodyPr/>
          <a:p/>
        </p:txBody>
      </p:sp>
      <p:sp>
        <p:nvSpPr>
          <p:cNvPr id="77" name="Text 60"/>
          <p:cNvSpPr/>
          <p:nvPr/>
        </p:nvSpPr>
        <p:spPr>
          <a:xfrm>
            <a:off x="2779440" y="2536031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</a:t>
            </a:r>
            <a:endParaRPr lang="en-US" sz="900" dirty="0"/>
          </a:p>
        </p:txBody>
      </p:sp>
      <p:sp>
        <p:nvSpPr>
          <p:cNvPr id="78" name="Text 61"/>
          <p:cNvSpPr/>
          <p:nvPr/>
        </p:nvSpPr>
        <p:spPr>
          <a:xfrm>
            <a:off x="3048000" y="2528888"/>
            <a:ext cx="3975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김엔지</a:t>
            </a:r>
            <a:endParaRPr lang="en-US" sz="975" dirty="0"/>
          </a:p>
        </p:txBody>
      </p:sp>
      <p:sp>
        <p:nvSpPr>
          <p:cNvPr id="79" name="Text 62"/>
          <p:cNvSpPr/>
          <p:nvPr/>
        </p:nvSpPr>
        <p:spPr>
          <a:xfrm>
            <a:off x="5331396" y="2531269"/>
            <a:ext cx="434906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kim@lab.io</a:t>
            </a:r>
            <a:endParaRPr lang="en-US" sz="975" dirty="0"/>
          </a:p>
        </p:txBody>
      </p:sp>
      <p:sp>
        <p:nvSpPr>
          <p:cNvPr id="80" name="Shape 63"/>
          <p:cNvSpPr/>
          <p:nvPr/>
        </p:nvSpPr>
        <p:spPr>
          <a:xfrm>
            <a:off x="9285089" y="2531269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81" name="Text 64"/>
          <p:cNvSpPr/>
          <p:nvPr/>
        </p:nvSpPr>
        <p:spPr>
          <a:xfrm>
            <a:off x="9370814" y="2550319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endParaRPr lang="en-US" sz="825" dirty="0"/>
          </a:p>
        </p:txBody>
      </p:sp>
      <p:sp>
        <p:nvSpPr>
          <p:cNvPr id="82" name="Text 65"/>
          <p:cNvSpPr/>
          <p:nvPr/>
        </p:nvSpPr>
        <p:spPr>
          <a:xfrm>
            <a:off x="11042303" y="2531269"/>
            <a:ext cx="21745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83" name="Shape 66"/>
          <p:cNvSpPr/>
          <p:nvPr/>
        </p:nvSpPr>
        <p:spPr>
          <a:xfrm>
            <a:off x="13019187" y="2531269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84" name="Text 67"/>
          <p:cNvSpPr/>
          <p:nvPr/>
        </p:nvSpPr>
        <p:spPr>
          <a:xfrm>
            <a:off x="13104912" y="2550319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</a:t>
            </a:r>
            <a:endParaRPr lang="en-US" sz="825" dirty="0"/>
          </a:p>
        </p:txBody>
      </p:sp>
      <p:sp>
        <p:nvSpPr>
          <p:cNvPr id="85" name="Shape 68"/>
          <p:cNvSpPr/>
          <p:nvPr/>
        </p:nvSpPr>
        <p:spPr>
          <a:xfrm>
            <a:off x="16192946" y="2474119"/>
            <a:ext cx="595089" cy="261937"/>
          </a:xfrm>
          <a:prstGeom prst="roundRect">
            <a:avLst>
              <a:gd name="adj" fmla="val 29091"/>
            </a:avLst>
          </a:prstGeom>
          <a:solidFill>
            <a:srgbClr val="F5F9FF"/>
          </a:solidFill>
          <a:ln w="9525">
            <a:solidFill>
              <a:srgbClr val="CFE0FF"/>
            </a:solidFill>
            <a:prstDash val="solid"/>
          </a:ln>
        </p:spPr>
        <p:txBody>
          <a:bodyPr/>
          <a:p/>
        </p:txBody>
      </p:sp>
      <p:pic>
        <p:nvPicPr>
          <p:cNvPr id="86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297721" y="2543175"/>
            <a:ext cx="123825" cy="123825"/>
          </a:xfrm>
          <a:prstGeom prst="rect">
            <a:avLst/>
          </a:prstGeom>
        </p:spPr>
      </p:pic>
      <p:sp>
        <p:nvSpPr>
          <p:cNvPr id="87" name="Text 69"/>
          <p:cNvSpPr/>
          <p:nvPr/>
        </p:nvSpPr>
        <p:spPr>
          <a:xfrm>
            <a:off x="16469171" y="2531269"/>
            <a:ext cx="2902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975" dirty="0"/>
          </a:p>
        </p:txBody>
      </p:sp>
      <p:sp>
        <p:nvSpPr>
          <p:cNvPr id="88" name="Text 70"/>
          <p:cNvSpPr/>
          <p:nvPr/>
        </p:nvSpPr>
        <p:spPr>
          <a:xfrm>
            <a:off x="16921386" y="2531269"/>
            <a:ext cx="29028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</a:t>
            </a:r>
            <a:endParaRPr lang="en-US" sz="975" dirty="0"/>
          </a:p>
        </p:txBody>
      </p:sp>
      <p:sp>
        <p:nvSpPr>
          <p:cNvPr id="89" name="Shape 71"/>
          <p:cNvSpPr/>
          <p:nvPr/>
        </p:nvSpPr>
        <p:spPr>
          <a:xfrm>
            <a:off x="2524125" y="3414713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90" name="Shape 72"/>
          <p:cNvSpPr/>
          <p:nvPr/>
        </p:nvSpPr>
        <p:spPr>
          <a:xfrm>
            <a:off x="2695575" y="3014663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/>
        </p:spPr>
        <p:txBody>
          <a:bodyPr/>
          <a:p/>
        </p:txBody>
      </p:sp>
      <p:sp>
        <p:nvSpPr>
          <p:cNvPr id="91" name="Text 73"/>
          <p:cNvSpPr/>
          <p:nvPr/>
        </p:nvSpPr>
        <p:spPr>
          <a:xfrm>
            <a:off x="2779440" y="3078956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</a:t>
            </a:r>
            <a:endParaRPr lang="en-US" sz="900" dirty="0"/>
          </a:p>
        </p:txBody>
      </p:sp>
      <p:sp>
        <p:nvSpPr>
          <p:cNvPr id="92" name="Text 74"/>
          <p:cNvSpPr/>
          <p:nvPr/>
        </p:nvSpPr>
        <p:spPr>
          <a:xfrm>
            <a:off x="3048000" y="3071813"/>
            <a:ext cx="3975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이연구</a:t>
            </a:r>
            <a:endParaRPr lang="en-US" sz="975" dirty="0"/>
          </a:p>
        </p:txBody>
      </p:sp>
      <p:sp>
        <p:nvSpPr>
          <p:cNvPr id="93" name="Text 75"/>
          <p:cNvSpPr/>
          <p:nvPr/>
        </p:nvSpPr>
        <p:spPr>
          <a:xfrm>
            <a:off x="5331396" y="3074194"/>
            <a:ext cx="434906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lee@lab.io</a:t>
            </a:r>
            <a:endParaRPr lang="en-US" sz="975" dirty="0"/>
          </a:p>
        </p:txBody>
      </p:sp>
      <p:sp>
        <p:nvSpPr>
          <p:cNvPr id="94" name="Shape 76"/>
          <p:cNvSpPr/>
          <p:nvPr/>
        </p:nvSpPr>
        <p:spPr>
          <a:xfrm>
            <a:off x="9285089" y="3074194"/>
            <a:ext cx="443359" cy="15716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95" name="Text 77"/>
          <p:cNvSpPr/>
          <p:nvPr/>
        </p:nvSpPr>
        <p:spPr>
          <a:xfrm>
            <a:off x="9370814" y="3093244"/>
            <a:ext cx="3162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endParaRPr lang="en-US" sz="825" dirty="0"/>
          </a:p>
        </p:txBody>
      </p:sp>
      <p:sp>
        <p:nvSpPr>
          <p:cNvPr id="96" name="Text 78"/>
          <p:cNvSpPr/>
          <p:nvPr/>
        </p:nvSpPr>
        <p:spPr>
          <a:xfrm>
            <a:off x="11042303" y="3074194"/>
            <a:ext cx="21745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97" name="Shape 79"/>
          <p:cNvSpPr/>
          <p:nvPr/>
        </p:nvSpPr>
        <p:spPr>
          <a:xfrm>
            <a:off x="13019187" y="3074194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98" name="Text 80"/>
          <p:cNvSpPr/>
          <p:nvPr/>
        </p:nvSpPr>
        <p:spPr>
          <a:xfrm>
            <a:off x="13104912" y="3093244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</a:t>
            </a:r>
            <a:endParaRPr lang="en-US" sz="825" dirty="0"/>
          </a:p>
        </p:txBody>
      </p:sp>
      <p:sp>
        <p:nvSpPr>
          <p:cNvPr id="99" name="Shape 81"/>
          <p:cNvSpPr/>
          <p:nvPr/>
        </p:nvSpPr>
        <p:spPr>
          <a:xfrm>
            <a:off x="16192946" y="3017044"/>
            <a:ext cx="595089" cy="261937"/>
          </a:xfrm>
          <a:prstGeom prst="roundRect">
            <a:avLst>
              <a:gd name="adj" fmla="val 29091"/>
            </a:avLst>
          </a:prstGeom>
          <a:solidFill>
            <a:srgbClr val="F5F9FF"/>
          </a:solidFill>
          <a:ln w="9525">
            <a:solidFill>
              <a:srgbClr val="CFE0FF"/>
            </a:solidFill>
            <a:prstDash val="solid"/>
          </a:ln>
        </p:spPr>
        <p:txBody>
          <a:bodyPr/>
          <a:p/>
        </p:txBody>
      </p:sp>
      <p:pic>
        <p:nvPicPr>
          <p:cNvPr id="100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6297721" y="3086100"/>
            <a:ext cx="123825" cy="123825"/>
          </a:xfrm>
          <a:prstGeom prst="rect">
            <a:avLst/>
          </a:prstGeom>
        </p:spPr>
      </p:pic>
      <p:sp>
        <p:nvSpPr>
          <p:cNvPr id="101" name="Text 82"/>
          <p:cNvSpPr/>
          <p:nvPr/>
        </p:nvSpPr>
        <p:spPr>
          <a:xfrm>
            <a:off x="16469171" y="3074194"/>
            <a:ext cx="2902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975" dirty="0"/>
          </a:p>
        </p:txBody>
      </p:sp>
      <p:sp>
        <p:nvSpPr>
          <p:cNvPr id="102" name="Text 83"/>
          <p:cNvSpPr/>
          <p:nvPr/>
        </p:nvSpPr>
        <p:spPr>
          <a:xfrm>
            <a:off x="16921386" y="3074194"/>
            <a:ext cx="29028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</a:t>
            </a:r>
            <a:endParaRPr lang="en-US" sz="975" dirty="0"/>
          </a:p>
        </p:txBody>
      </p:sp>
      <p:sp>
        <p:nvSpPr>
          <p:cNvPr id="103" name="Shape 84"/>
          <p:cNvSpPr/>
          <p:nvPr/>
        </p:nvSpPr>
        <p:spPr>
          <a:xfrm>
            <a:off x="2524125" y="3957638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04" name="Shape 85"/>
          <p:cNvSpPr/>
          <p:nvPr/>
        </p:nvSpPr>
        <p:spPr>
          <a:xfrm>
            <a:off x="2695575" y="355758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/>
        </p:spPr>
        <p:txBody>
          <a:bodyPr/>
          <a:p/>
        </p:txBody>
      </p:sp>
      <p:sp>
        <p:nvSpPr>
          <p:cNvPr id="105" name="Text 86"/>
          <p:cNvSpPr/>
          <p:nvPr/>
        </p:nvSpPr>
        <p:spPr>
          <a:xfrm>
            <a:off x="2779440" y="3621881"/>
            <a:ext cx="17509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</a:t>
            </a:r>
            <a:endParaRPr lang="en-US" sz="900" dirty="0"/>
          </a:p>
        </p:txBody>
      </p:sp>
      <p:sp>
        <p:nvSpPr>
          <p:cNvPr id="106" name="Text 87"/>
          <p:cNvSpPr/>
          <p:nvPr/>
        </p:nvSpPr>
        <p:spPr>
          <a:xfrm>
            <a:off x="3048000" y="3614738"/>
            <a:ext cx="5046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박테스트</a:t>
            </a:r>
            <a:endParaRPr lang="en-US" sz="975" dirty="0"/>
          </a:p>
        </p:txBody>
      </p:sp>
      <p:sp>
        <p:nvSpPr>
          <p:cNvPr id="107" name="Text 88"/>
          <p:cNvSpPr/>
          <p:nvPr/>
        </p:nvSpPr>
        <p:spPr>
          <a:xfrm>
            <a:off x="5331396" y="3617119"/>
            <a:ext cx="434906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park@test.io</a:t>
            </a:r>
            <a:endParaRPr lang="en-US" sz="975" dirty="0"/>
          </a:p>
        </p:txBody>
      </p:sp>
      <p:sp>
        <p:nvSpPr>
          <p:cNvPr id="108" name="Shape 89"/>
          <p:cNvSpPr/>
          <p:nvPr/>
        </p:nvSpPr>
        <p:spPr>
          <a:xfrm>
            <a:off x="9285089" y="3617119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09" name="Text 90"/>
          <p:cNvSpPr/>
          <p:nvPr/>
        </p:nvSpPr>
        <p:spPr>
          <a:xfrm>
            <a:off x="9370814" y="3636169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endParaRPr lang="en-US" sz="825" dirty="0"/>
          </a:p>
        </p:txBody>
      </p:sp>
      <p:sp>
        <p:nvSpPr>
          <p:cNvPr id="110" name="Text 91"/>
          <p:cNvSpPr/>
          <p:nvPr/>
        </p:nvSpPr>
        <p:spPr>
          <a:xfrm>
            <a:off x="11042303" y="3617119"/>
            <a:ext cx="217457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75" dirty="0"/>
          </a:p>
        </p:txBody>
      </p:sp>
      <p:sp>
        <p:nvSpPr>
          <p:cNvPr id="111" name="Shape 92"/>
          <p:cNvSpPr/>
          <p:nvPr/>
        </p:nvSpPr>
        <p:spPr>
          <a:xfrm>
            <a:off x="13019187" y="3617119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12" name="Text 93"/>
          <p:cNvSpPr/>
          <p:nvPr/>
        </p:nvSpPr>
        <p:spPr>
          <a:xfrm>
            <a:off x="13104912" y="3636169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정지</a:t>
            </a:r>
            <a:endParaRPr lang="en-US" sz="825" dirty="0"/>
          </a:p>
        </p:txBody>
      </p:sp>
      <p:sp>
        <p:nvSpPr>
          <p:cNvPr id="113" name="Shape 94"/>
          <p:cNvSpPr/>
          <p:nvPr/>
        </p:nvSpPr>
        <p:spPr>
          <a:xfrm>
            <a:off x="16192946" y="3559969"/>
            <a:ext cx="595089" cy="261937"/>
          </a:xfrm>
          <a:prstGeom prst="roundRect">
            <a:avLst>
              <a:gd name="adj" fmla="val 29091"/>
            </a:avLst>
          </a:prstGeom>
          <a:solidFill>
            <a:srgbClr val="F5F9FF"/>
          </a:solidFill>
          <a:ln w="9525">
            <a:solidFill>
              <a:srgbClr val="CFE0FF"/>
            </a:solidFill>
            <a:prstDash val="solid"/>
          </a:ln>
        </p:spPr>
        <p:txBody>
          <a:bodyPr/>
          <a:p/>
        </p:txBody>
      </p:sp>
      <p:pic>
        <p:nvPicPr>
          <p:cNvPr id="114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6297721" y="3629025"/>
            <a:ext cx="123825" cy="123825"/>
          </a:xfrm>
          <a:prstGeom prst="rect">
            <a:avLst/>
          </a:prstGeom>
        </p:spPr>
      </p:pic>
      <p:sp>
        <p:nvSpPr>
          <p:cNvPr id="115" name="Text 95"/>
          <p:cNvSpPr/>
          <p:nvPr/>
        </p:nvSpPr>
        <p:spPr>
          <a:xfrm>
            <a:off x="16469171" y="3617119"/>
            <a:ext cx="2902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975" dirty="0"/>
          </a:p>
        </p:txBody>
      </p:sp>
      <p:sp>
        <p:nvSpPr>
          <p:cNvPr id="116" name="Text 96"/>
          <p:cNvSpPr/>
          <p:nvPr/>
        </p:nvSpPr>
        <p:spPr>
          <a:xfrm>
            <a:off x="16921386" y="3617119"/>
            <a:ext cx="29028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해제</a:t>
            </a:r>
            <a:endParaRPr lang="en-US" sz="975" dirty="0"/>
          </a:p>
        </p:txBody>
      </p:sp>
      <p:sp>
        <p:nvSpPr>
          <p:cNvPr id="117" name="Text 97"/>
          <p:cNvSpPr/>
          <p:nvPr/>
        </p:nvSpPr>
        <p:spPr>
          <a:xfrm>
            <a:off x="2514600" y="4129088"/>
            <a:ext cx="1634490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행을 클릭하면 상세 정보와 활동 로그를 볼 수 있습니다. 상태 변경 시 사유 입력이 필수이며 모든 변경은 감사 로그에 기록됩니다.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1048717" y="207169"/>
            <a:ext cx="454819" cy="195263"/>
          </a:xfrm>
          <a:prstGeom prst="roundRect">
            <a:avLst>
              <a:gd name="adj" fmla="val 2926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15392" y="226219"/>
            <a:ext cx="397669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spc="-25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804863"/>
            <a:ext cx="91551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12334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관리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114300" y="154305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3400" y="1664494"/>
            <a:ext cx="690042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400" y="2090738"/>
            <a:ext cx="800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1936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0" y="9124950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9324975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5300" y="9329738"/>
            <a:ext cx="946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화면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24" name="Shape 15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25" name="Text 16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533400" y="9846469"/>
            <a:ext cx="701204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계정</a:t>
            </a:r>
            <a:endParaRPr lang="en-US" sz="975" dirty="0"/>
          </a:p>
        </p:txBody>
      </p:sp>
      <p:sp>
        <p:nvSpPr>
          <p:cNvPr id="27" name="Text 18"/>
          <p:cNvSpPr/>
          <p:nvPr/>
        </p:nvSpPr>
        <p:spPr>
          <a:xfrm>
            <a:off x="533400" y="9998869"/>
            <a:ext cx="70120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관리자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29" name="Shape 20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0" name="Shape 21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22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028950" y="133350"/>
            <a:ext cx="1132061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2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운영 관리</a:t>
            </a:r>
            <a:endParaRPr lang="en-US" sz="1275" dirty="0"/>
          </a:p>
        </p:txBody>
      </p:sp>
      <p:sp>
        <p:nvSpPr>
          <p:cNvPr id="34" name="Text 24"/>
          <p:cNvSpPr/>
          <p:nvPr/>
        </p:nvSpPr>
        <p:spPr>
          <a:xfrm>
            <a:off x="3028950" y="328613"/>
            <a:ext cx="1132061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상태 · 관리자 메모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27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1" name="Shape 29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2" name="Text 30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2514600" y="838200"/>
            <a:ext cx="11545714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57475" y="952500"/>
            <a:ext cx="152400" cy="152400"/>
          </a:xfrm>
          <a:prstGeom prst="rect">
            <a:avLst/>
          </a:prstGeom>
        </p:spPr>
      </p:pic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86075" y="942975"/>
            <a:ext cx="11031364" cy="171450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14174614" y="866775"/>
            <a:ext cx="480938" cy="323850"/>
          </a:xfrm>
          <a:prstGeom prst="roundRect">
            <a:avLst>
              <a:gd name="adj" fmla="val 2647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7" name="Text 33"/>
          <p:cNvSpPr/>
          <p:nvPr/>
        </p:nvSpPr>
        <p:spPr>
          <a:xfrm>
            <a:off x="14307964" y="952500"/>
            <a:ext cx="2904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975" dirty="0"/>
          </a:p>
        </p:txBody>
      </p:sp>
      <p:sp>
        <p:nvSpPr>
          <p:cNvPr id="48" name="Shape 34"/>
          <p:cNvSpPr/>
          <p:nvPr/>
        </p:nvSpPr>
        <p:spPr>
          <a:xfrm>
            <a:off x="14769852" y="859631"/>
            <a:ext cx="804193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9" name="Text 35"/>
          <p:cNvSpPr/>
          <p:nvPr/>
        </p:nvSpPr>
        <p:spPr>
          <a:xfrm>
            <a:off x="14912727" y="954881"/>
            <a:ext cx="59464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975" dirty="0"/>
          </a:p>
        </p:txBody>
      </p:sp>
      <p:sp>
        <p:nvSpPr>
          <p:cNvPr id="50" name="Shape 36"/>
          <p:cNvSpPr/>
          <p:nvPr/>
        </p:nvSpPr>
        <p:spPr>
          <a:xfrm>
            <a:off x="15688345" y="859631"/>
            <a:ext cx="724421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1" name="Text 37"/>
          <p:cNvSpPr/>
          <p:nvPr/>
        </p:nvSpPr>
        <p:spPr>
          <a:xfrm>
            <a:off x="15831220" y="954881"/>
            <a:ext cx="51487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975" dirty="0"/>
          </a:p>
        </p:txBody>
      </p:sp>
      <p:sp>
        <p:nvSpPr>
          <p:cNvPr id="52" name="Shape 38"/>
          <p:cNvSpPr/>
          <p:nvPr/>
        </p:nvSpPr>
        <p:spPr>
          <a:xfrm>
            <a:off x="16527066" y="859631"/>
            <a:ext cx="846534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3" name="Text 39"/>
          <p:cNvSpPr/>
          <p:nvPr/>
        </p:nvSpPr>
        <p:spPr>
          <a:xfrm>
            <a:off x="16669941" y="954881"/>
            <a:ext cx="63698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975" dirty="0"/>
          </a:p>
        </p:txBody>
      </p:sp>
      <p:sp>
        <p:nvSpPr>
          <p:cNvPr id="54" name="Shape 40"/>
          <p:cNvSpPr/>
          <p:nvPr/>
        </p:nvSpPr>
        <p:spPr>
          <a:xfrm>
            <a:off x="2514600" y="1371600"/>
            <a:ext cx="14859000" cy="2147888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5" name="Shape 41"/>
          <p:cNvSpPr/>
          <p:nvPr/>
        </p:nvSpPr>
        <p:spPr>
          <a:xfrm>
            <a:off x="2524125" y="1381125"/>
            <a:ext cx="14839950" cy="414338"/>
          </a:xfrm>
          <a:prstGeom prst="rect">
            <a:avLst/>
          </a:prstGeom>
          <a:solidFill>
            <a:srgbClr val="FAF8F4"/>
          </a:solidFill>
          <a:ln/>
        </p:spPr>
        <p:txBody>
          <a:bodyPr/>
          <a:p/>
        </p:txBody>
      </p:sp>
      <p:sp>
        <p:nvSpPr>
          <p:cNvPr id="56" name="Shape 42"/>
          <p:cNvSpPr/>
          <p:nvPr/>
        </p:nvSpPr>
        <p:spPr>
          <a:xfrm>
            <a:off x="2524125" y="1785938"/>
            <a:ext cx="14839950" cy="9525"/>
          </a:xfrm>
          <a:prstGeom prst="rect">
            <a:avLst/>
          </a:prstGeom>
          <a:solidFill>
            <a:srgbClr val="ECE7DE"/>
          </a:solidFill>
          <a:ln/>
        </p:spPr>
        <p:txBody>
          <a:bodyPr/>
          <a:p/>
        </p:txBody>
      </p:sp>
      <p:sp>
        <p:nvSpPr>
          <p:cNvPr id="57" name="Text 43"/>
          <p:cNvSpPr/>
          <p:nvPr/>
        </p:nvSpPr>
        <p:spPr>
          <a:xfrm>
            <a:off x="2695575" y="1514475"/>
            <a:ext cx="279765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</a:t>
            </a:r>
            <a:endParaRPr lang="en-US" sz="900" dirty="0"/>
          </a:p>
        </p:txBody>
      </p:sp>
      <p:sp>
        <p:nvSpPr>
          <p:cNvPr id="58" name="Text 44"/>
          <p:cNvSpPr/>
          <p:nvPr/>
        </p:nvSpPr>
        <p:spPr>
          <a:xfrm>
            <a:off x="5238899" y="1514475"/>
            <a:ext cx="2797656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소유자</a:t>
            </a:r>
            <a:endParaRPr lang="en-US" sz="900" dirty="0"/>
          </a:p>
        </p:txBody>
      </p:sp>
      <p:sp>
        <p:nvSpPr>
          <p:cNvPr id="59" name="Text 45"/>
          <p:cNvSpPr/>
          <p:nvPr/>
        </p:nvSpPr>
        <p:spPr>
          <a:xfrm>
            <a:off x="7782223" y="1514475"/>
            <a:ext cx="307743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제조사/모델</a:t>
            </a:r>
            <a:endParaRPr lang="en-US" sz="900" dirty="0"/>
          </a:p>
        </p:txBody>
      </p:sp>
      <p:sp>
        <p:nvSpPr>
          <p:cNvPr id="60" name="Text 46"/>
          <p:cNvSpPr/>
          <p:nvPr/>
        </p:nvSpPr>
        <p:spPr>
          <a:xfrm>
            <a:off x="10579894" y="1514475"/>
            <a:ext cx="195839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</a:t>
            </a:r>
            <a:endParaRPr lang="en-US" sz="900" dirty="0"/>
          </a:p>
        </p:txBody>
      </p:sp>
      <p:sp>
        <p:nvSpPr>
          <p:cNvPr id="61" name="Text 47"/>
          <p:cNvSpPr/>
          <p:nvPr/>
        </p:nvSpPr>
        <p:spPr>
          <a:xfrm>
            <a:off x="12360250" y="1514475"/>
            <a:ext cx="251787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위험</a:t>
            </a:r>
            <a:endParaRPr lang="en-US" sz="900" dirty="0"/>
          </a:p>
        </p:txBody>
      </p:sp>
      <p:sp>
        <p:nvSpPr>
          <p:cNvPr id="62" name="Text 48"/>
          <p:cNvSpPr/>
          <p:nvPr/>
        </p:nvSpPr>
        <p:spPr>
          <a:xfrm>
            <a:off x="14649227" y="1514475"/>
            <a:ext cx="279773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상태</a:t>
            </a:r>
            <a:endParaRPr lang="en-US" sz="900" dirty="0"/>
          </a:p>
        </p:txBody>
      </p:sp>
      <p:sp>
        <p:nvSpPr>
          <p:cNvPr id="63" name="Shape 49"/>
          <p:cNvSpPr/>
          <p:nvPr/>
        </p:nvSpPr>
        <p:spPr>
          <a:xfrm>
            <a:off x="2524125" y="2214563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64" name="Text 50"/>
          <p:cNvSpPr/>
          <p:nvPr/>
        </p:nvSpPr>
        <p:spPr>
          <a:xfrm>
            <a:off x="2695575" y="1931194"/>
            <a:ext cx="279765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65" name="Text 51"/>
          <p:cNvSpPr/>
          <p:nvPr/>
        </p:nvSpPr>
        <p:spPr>
          <a:xfrm>
            <a:off x="5238899" y="1928813"/>
            <a:ext cx="27976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66" name="Text 52"/>
          <p:cNvSpPr/>
          <p:nvPr/>
        </p:nvSpPr>
        <p:spPr>
          <a:xfrm>
            <a:off x="7782223" y="1931194"/>
            <a:ext cx="30774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3S</a:t>
            </a:r>
            <a:endParaRPr lang="en-US" sz="975" dirty="0"/>
          </a:p>
        </p:txBody>
      </p:sp>
      <p:sp>
        <p:nvSpPr>
          <p:cNvPr id="67" name="Text 53"/>
          <p:cNvSpPr/>
          <p:nvPr/>
        </p:nvSpPr>
        <p:spPr>
          <a:xfrm>
            <a:off x="10579894" y="1931194"/>
            <a:ext cx="19583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68" name="Text 54"/>
          <p:cNvSpPr/>
          <p:nvPr/>
        </p:nvSpPr>
        <p:spPr>
          <a:xfrm>
            <a:off x="12360250" y="1931194"/>
            <a:ext cx="251787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75" dirty="0"/>
          </a:p>
        </p:txBody>
      </p:sp>
      <p:sp>
        <p:nvSpPr>
          <p:cNvPr id="69" name="Shape 55"/>
          <p:cNvSpPr/>
          <p:nvPr/>
        </p:nvSpPr>
        <p:spPr>
          <a:xfrm>
            <a:off x="14649227" y="1921669"/>
            <a:ext cx="691307" cy="176213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70" name="Text 56"/>
          <p:cNvSpPr/>
          <p:nvPr/>
        </p:nvSpPr>
        <p:spPr>
          <a:xfrm>
            <a:off x="14744477" y="1950244"/>
            <a:ext cx="5770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825" dirty="0"/>
          </a:p>
        </p:txBody>
      </p:sp>
      <p:sp>
        <p:nvSpPr>
          <p:cNvPr id="71" name="Shape 57"/>
          <p:cNvSpPr/>
          <p:nvPr/>
        </p:nvSpPr>
        <p:spPr>
          <a:xfrm>
            <a:off x="2524125" y="2643188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72" name="Text 58"/>
          <p:cNvSpPr/>
          <p:nvPr/>
        </p:nvSpPr>
        <p:spPr>
          <a:xfrm>
            <a:off x="2695575" y="2359819"/>
            <a:ext cx="279765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PACK-004</a:t>
            </a:r>
            <a:endParaRPr lang="en-US" sz="975" dirty="0"/>
          </a:p>
        </p:txBody>
      </p:sp>
      <p:sp>
        <p:nvSpPr>
          <p:cNvPr id="73" name="Text 59"/>
          <p:cNvSpPr/>
          <p:nvPr/>
        </p:nvSpPr>
        <p:spPr>
          <a:xfrm>
            <a:off x="5238899" y="2357438"/>
            <a:ext cx="27976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김엔지</a:t>
            </a:r>
            <a:endParaRPr lang="en-US" sz="975" dirty="0"/>
          </a:p>
        </p:txBody>
      </p:sp>
      <p:sp>
        <p:nvSpPr>
          <p:cNvPr id="74" name="Text 60"/>
          <p:cNvSpPr/>
          <p:nvPr/>
        </p:nvSpPr>
        <p:spPr>
          <a:xfrm>
            <a:off x="7782223" y="2359819"/>
            <a:ext cx="30774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2S</a:t>
            </a:r>
            <a:endParaRPr lang="en-US" sz="975" dirty="0"/>
          </a:p>
        </p:txBody>
      </p:sp>
      <p:sp>
        <p:nvSpPr>
          <p:cNvPr id="75" name="Text 61"/>
          <p:cNvSpPr/>
          <p:nvPr/>
        </p:nvSpPr>
        <p:spPr>
          <a:xfrm>
            <a:off x="10579894" y="2359819"/>
            <a:ext cx="19583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76" name="Text 62"/>
          <p:cNvSpPr/>
          <p:nvPr/>
        </p:nvSpPr>
        <p:spPr>
          <a:xfrm>
            <a:off x="12360250" y="2359819"/>
            <a:ext cx="251787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75" dirty="0"/>
          </a:p>
        </p:txBody>
      </p:sp>
      <p:sp>
        <p:nvSpPr>
          <p:cNvPr id="77" name="Shape 63"/>
          <p:cNvSpPr/>
          <p:nvPr/>
        </p:nvSpPr>
        <p:spPr>
          <a:xfrm>
            <a:off x="14649227" y="2350294"/>
            <a:ext cx="562942" cy="176213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78" name="Text 64"/>
          <p:cNvSpPr/>
          <p:nvPr/>
        </p:nvSpPr>
        <p:spPr>
          <a:xfrm>
            <a:off x="14744477" y="2378869"/>
            <a:ext cx="44864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25" dirty="0"/>
          </a:p>
        </p:txBody>
      </p:sp>
      <p:sp>
        <p:nvSpPr>
          <p:cNvPr id="79" name="Shape 65"/>
          <p:cNvSpPr/>
          <p:nvPr/>
        </p:nvSpPr>
        <p:spPr>
          <a:xfrm>
            <a:off x="2524125" y="3071813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80" name="Text 66"/>
          <p:cNvSpPr/>
          <p:nvPr/>
        </p:nvSpPr>
        <p:spPr>
          <a:xfrm>
            <a:off x="2695575" y="2788444"/>
            <a:ext cx="279765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PACK-002</a:t>
            </a:r>
            <a:endParaRPr lang="en-US" sz="975" dirty="0"/>
          </a:p>
        </p:txBody>
      </p:sp>
      <p:sp>
        <p:nvSpPr>
          <p:cNvPr id="81" name="Text 67"/>
          <p:cNvSpPr/>
          <p:nvPr/>
        </p:nvSpPr>
        <p:spPr>
          <a:xfrm>
            <a:off x="5238899" y="2786063"/>
            <a:ext cx="27976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이연구</a:t>
            </a:r>
            <a:endParaRPr lang="en-US" sz="975" dirty="0"/>
          </a:p>
        </p:txBody>
      </p:sp>
      <p:sp>
        <p:nvSpPr>
          <p:cNvPr id="82" name="Text 68"/>
          <p:cNvSpPr/>
          <p:nvPr/>
        </p:nvSpPr>
        <p:spPr>
          <a:xfrm>
            <a:off x="7782223" y="2788444"/>
            <a:ext cx="30774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18650 Li-ion · 3S</a:t>
            </a:r>
            <a:endParaRPr lang="en-US" sz="975" dirty="0"/>
          </a:p>
        </p:txBody>
      </p:sp>
      <p:sp>
        <p:nvSpPr>
          <p:cNvPr id="83" name="Text 69"/>
          <p:cNvSpPr/>
          <p:nvPr/>
        </p:nvSpPr>
        <p:spPr>
          <a:xfrm>
            <a:off x="10579894" y="2788444"/>
            <a:ext cx="19583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84" name="Text 70"/>
          <p:cNvSpPr/>
          <p:nvPr/>
        </p:nvSpPr>
        <p:spPr>
          <a:xfrm>
            <a:off x="12360250" y="2788444"/>
            <a:ext cx="251787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75" dirty="0"/>
          </a:p>
        </p:txBody>
      </p:sp>
      <p:sp>
        <p:nvSpPr>
          <p:cNvPr id="85" name="Shape 71"/>
          <p:cNvSpPr/>
          <p:nvPr/>
        </p:nvSpPr>
        <p:spPr>
          <a:xfrm>
            <a:off x="14649227" y="2778919"/>
            <a:ext cx="638770" cy="17621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86" name="Text 72"/>
          <p:cNvSpPr/>
          <p:nvPr/>
        </p:nvSpPr>
        <p:spPr>
          <a:xfrm>
            <a:off x="14744477" y="2807494"/>
            <a:ext cx="52447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25" dirty="0"/>
          </a:p>
        </p:txBody>
      </p:sp>
      <p:sp>
        <p:nvSpPr>
          <p:cNvPr id="87" name="Shape 73"/>
          <p:cNvSpPr/>
          <p:nvPr/>
        </p:nvSpPr>
        <p:spPr>
          <a:xfrm>
            <a:off x="2524125" y="3500438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88" name="Text 74"/>
          <p:cNvSpPr/>
          <p:nvPr/>
        </p:nvSpPr>
        <p:spPr>
          <a:xfrm>
            <a:off x="2695575" y="3217069"/>
            <a:ext cx="279765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PACK-005</a:t>
            </a:r>
            <a:endParaRPr lang="en-US" sz="975" dirty="0"/>
          </a:p>
        </p:txBody>
      </p:sp>
      <p:sp>
        <p:nvSpPr>
          <p:cNvPr id="89" name="Text 75"/>
          <p:cNvSpPr/>
          <p:nvPr/>
        </p:nvSpPr>
        <p:spPr>
          <a:xfrm>
            <a:off x="5238899" y="3214688"/>
            <a:ext cx="27976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박테스트</a:t>
            </a:r>
            <a:endParaRPr lang="en-US" sz="975" dirty="0"/>
          </a:p>
        </p:txBody>
      </p:sp>
      <p:sp>
        <p:nvSpPr>
          <p:cNvPr id="90" name="Text 76"/>
          <p:cNvSpPr/>
          <p:nvPr/>
        </p:nvSpPr>
        <p:spPr>
          <a:xfrm>
            <a:off x="7782223" y="3217069"/>
            <a:ext cx="30774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Li-Po · 1S</a:t>
            </a:r>
            <a:endParaRPr lang="en-US" sz="975" dirty="0"/>
          </a:p>
        </p:txBody>
      </p:sp>
      <p:sp>
        <p:nvSpPr>
          <p:cNvPr id="91" name="Text 77"/>
          <p:cNvSpPr/>
          <p:nvPr/>
        </p:nvSpPr>
        <p:spPr>
          <a:xfrm>
            <a:off x="10579894" y="3217069"/>
            <a:ext cx="19583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92" name="Text 78"/>
          <p:cNvSpPr/>
          <p:nvPr/>
        </p:nvSpPr>
        <p:spPr>
          <a:xfrm>
            <a:off x="12360250" y="3217069"/>
            <a:ext cx="251787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75" dirty="0"/>
          </a:p>
        </p:txBody>
      </p:sp>
      <p:sp>
        <p:nvSpPr>
          <p:cNvPr id="93" name="Shape 79"/>
          <p:cNvSpPr/>
          <p:nvPr/>
        </p:nvSpPr>
        <p:spPr>
          <a:xfrm>
            <a:off x="14649227" y="3207544"/>
            <a:ext cx="638770" cy="17621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94" name="Text 80"/>
          <p:cNvSpPr/>
          <p:nvPr/>
        </p:nvSpPr>
        <p:spPr>
          <a:xfrm>
            <a:off x="14744477" y="3236119"/>
            <a:ext cx="52447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25" dirty="0"/>
          </a:p>
        </p:txBody>
      </p:sp>
      <p:sp>
        <p:nvSpPr>
          <p:cNvPr id="95" name="Shape 81"/>
          <p:cNvSpPr/>
          <p:nvPr/>
        </p:nvSpPr>
        <p:spPr>
          <a:xfrm>
            <a:off x="2514600" y="3671888"/>
            <a:ext cx="14859000" cy="381000"/>
          </a:xfrm>
          <a:prstGeom prst="roundRect">
            <a:avLst>
              <a:gd name="adj" fmla="val 27500"/>
            </a:avLst>
          </a:prstGeom>
          <a:solidFill>
            <a:srgbClr val="FAF8F4"/>
          </a:solidFill>
          <a:ln/>
        </p:spPr>
        <p:txBody>
          <a:bodyPr/>
          <a:p/>
        </p:txBody>
      </p:sp>
      <p:pic>
        <p:nvPicPr>
          <p:cNvPr id="96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47950" y="3786188"/>
            <a:ext cx="152400" cy="152400"/>
          </a:xfrm>
          <a:prstGeom prst="rect">
            <a:avLst/>
          </a:prstGeom>
        </p:spPr>
      </p:pic>
      <p:sp>
        <p:nvSpPr>
          <p:cNvPr id="97" name="Text 82"/>
          <p:cNvSpPr/>
          <p:nvPr/>
        </p:nvSpPr>
        <p:spPr>
          <a:xfrm>
            <a:off x="2895600" y="3793331"/>
            <a:ext cx="5183825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배터리를 클릭하면 상태 상세와 운영 로그를 볼 수 있습니다. BLOCKED 변경 시 사유 입력이 필수입니다.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1048717" y="207169"/>
            <a:ext cx="454819" cy="195263"/>
          </a:xfrm>
          <a:prstGeom prst="roundRect">
            <a:avLst>
              <a:gd name="adj" fmla="val 2926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15392" y="226219"/>
            <a:ext cx="397669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spc="-25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804863"/>
            <a:ext cx="91551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12334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관리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166211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800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400" y="251936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0" y="9124950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9324975"/>
            <a:ext cx="171450" cy="1714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5300" y="9329738"/>
            <a:ext cx="946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화면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23" name="Shape 14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24" name="Text 15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</a:t>
            </a:r>
            <a:endParaRPr lang="en-US" sz="1050" dirty="0"/>
          </a:p>
        </p:txBody>
      </p:sp>
      <p:sp>
        <p:nvSpPr>
          <p:cNvPr id="25" name="Text 16"/>
          <p:cNvSpPr/>
          <p:nvPr/>
        </p:nvSpPr>
        <p:spPr>
          <a:xfrm>
            <a:off x="533400" y="9846469"/>
            <a:ext cx="701204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계정</a:t>
            </a:r>
            <a:endParaRPr lang="en-US" sz="975" dirty="0"/>
          </a:p>
        </p:txBody>
      </p:sp>
      <p:sp>
        <p:nvSpPr>
          <p:cNvPr id="26" name="Text 17"/>
          <p:cNvSpPr/>
          <p:nvPr/>
        </p:nvSpPr>
        <p:spPr>
          <a:xfrm>
            <a:off x="533400" y="9998869"/>
            <a:ext cx="70120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관리자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28" name="Shape 19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29" name="Shape 20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0" name="Shape 21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028950" y="133350"/>
            <a:ext cx="1444831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추이</a:t>
            </a:r>
            <a:endParaRPr lang="en-US" sz="1275" dirty="0"/>
          </a:p>
        </p:txBody>
      </p:sp>
      <p:sp>
        <p:nvSpPr>
          <p:cNvPr id="33" name="Text 23"/>
          <p:cNvSpPr/>
          <p:nvPr/>
        </p:nvSpPr>
        <p:spPr>
          <a:xfrm>
            <a:off x="3028950" y="328613"/>
            <a:ext cx="1444831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기간별 이상 이벤트 발생 추이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26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0" name="Shape 28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1" name="Text 29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2514600" y="838200"/>
            <a:ext cx="4864075" cy="852488"/>
          </a:xfrm>
          <a:prstGeom prst="roundRect">
            <a:avLst>
              <a:gd name="adj" fmla="val 17877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43" name="Text 31"/>
          <p:cNvSpPr/>
          <p:nvPr/>
        </p:nvSpPr>
        <p:spPr>
          <a:xfrm>
            <a:off x="2695575" y="1019175"/>
            <a:ext cx="495233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 내 총 이벤트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2695575" y="1204913"/>
            <a:ext cx="49523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950" dirty="0"/>
          </a:p>
        </p:txBody>
      </p:sp>
      <p:sp>
        <p:nvSpPr>
          <p:cNvPr id="45" name="Shape 33"/>
          <p:cNvSpPr/>
          <p:nvPr/>
        </p:nvSpPr>
        <p:spPr>
          <a:xfrm>
            <a:off x="7512025" y="838200"/>
            <a:ext cx="4864075" cy="852488"/>
          </a:xfrm>
          <a:prstGeom prst="roundRect">
            <a:avLst>
              <a:gd name="adj" fmla="val 17877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46" name="Text 34"/>
          <p:cNvSpPr/>
          <p:nvPr/>
        </p:nvSpPr>
        <p:spPr>
          <a:xfrm>
            <a:off x="7693000" y="1019175"/>
            <a:ext cx="495233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최다 발생일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7693000" y="1204913"/>
            <a:ext cx="49523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950" dirty="0"/>
          </a:p>
        </p:txBody>
      </p:sp>
      <p:sp>
        <p:nvSpPr>
          <p:cNvPr id="48" name="Shape 36"/>
          <p:cNvSpPr/>
          <p:nvPr/>
        </p:nvSpPr>
        <p:spPr>
          <a:xfrm>
            <a:off x="12509450" y="838200"/>
            <a:ext cx="4864075" cy="852488"/>
          </a:xfrm>
          <a:prstGeom prst="roundRect">
            <a:avLst>
              <a:gd name="adj" fmla="val 17877"/>
            </a:avLst>
          </a:prstGeom>
          <a:solidFill>
            <a:srgbClr val="FFFFFF"/>
          </a:solidFill>
          <a:ln w="9525">
            <a:solidFill>
              <a:srgbClr val="F8D2C0"/>
            </a:solidFill>
            <a:prstDash val="solid"/>
          </a:ln>
        </p:spPr>
        <p:txBody>
          <a:bodyPr/>
          <a:p/>
        </p:txBody>
      </p:sp>
      <p:sp>
        <p:nvSpPr>
          <p:cNvPr id="49" name="Text 37"/>
          <p:cNvSpPr/>
          <p:nvPr/>
        </p:nvSpPr>
        <p:spPr>
          <a:xfrm>
            <a:off x="12690425" y="1019175"/>
            <a:ext cx="495233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12690425" y="1204913"/>
            <a:ext cx="49523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50" dirty="0"/>
          </a:p>
        </p:txBody>
      </p:sp>
      <p:sp>
        <p:nvSpPr>
          <p:cNvPr id="51" name="Shape 39"/>
          <p:cNvSpPr/>
          <p:nvPr/>
        </p:nvSpPr>
        <p:spPr>
          <a:xfrm>
            <a:off x="2514600" y="1862138"/>
            <a:ext cx="14859000" cy="3452813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2" name="Text 40"/>
          <p:cNvSpPr/>
          <p:nvPr/>
        </p:nvSpPr>
        <p:spPr>
          <a:xfrm>
            <a:off x="2733675" y="2176463"/>
            <a:ext cx="13545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이벤트 발생 추이</a:t>
            </a:r>
            <a:endParaRPr lang="en-US" sz="1125" dirty="0"/>
          </a:p>
        </p:txBody>
      </p:sp>
      <p:sp>
        <p:nvSpPr>
          <p:cNvPr id="53" name="Shape 41"/>
          <p:cNvSpPr/>
          <p:nvPr/>
        </p:nvSpPr>
        <p:spPr>
          <a:xfrm>
            <a:off x="14007778" y="22098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54" name="Text 42"/>
          <p:cNvSpPr/>
          <p:nvPr/>
        </p:nvSpPr>
        <p:spPr>
          <a:xfrm>
            <a:off x="14169703" y="2193131"/>
            <a:ext cx="27376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14481572" y="22098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56" name="Text 44"/>
          <p:cNvSpPr/>
          <p:nvPr/>
        </p:nvSpPr>
        <p:spPr>
          <a:xfrm>
            <a:off x="14643497" y="2193131"/>
            <a:ext cx="27376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14955366" y="2209800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8" name="Text 46"/>
          <p:cNvSpPr/>
          <p:nvPr/>
        </p:nvSpPr>
        <p:spPr>
          <a:xfrm>
            <a:off x="15117291" y="2193131"/>
            <a:ext cx="27376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15448211" y="2081212"/>
            <a:ext cx="1706314" cy="361950"/>
          </a:xfrm>
          <a:prstGeom prst="roundRect">
            <a:avLst>
              <a:gd name="adj" fmla="val 26316"/>
            </a:avLst>
          </a:prstGeom>
          <a:solidFill>
            <a:srgbClr val="F4F1EB"/>
          </a:solidFill>
          <a:ln/>
        </p:spPr>
        <p:txBody>
          <a:bodyPr/>
          <a:p/>
        </p:txBody>
      </p:sp>
      <p:sp>
        <p:nvSpPr>
          <p:cNvPr id="60" name="Text 48"/>
          <p:cNvSpPr/>
          <p:nvPr/>
        </p:nvSpPr>
        <p:spPr>
          <a:xfrm>
            <a:off x="15610136" y="2185988"/>
            <a:ext cx="428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</a:t>
            </a:r>
            <a:endParaRPr lang="en-US" sz="975" dirty="0"/>
          </a:p>
        </p:txBody>
      </p:sp>
      <p:sp>
        <p:nvSpPr>
          <p:cNvPr id="61" name="Shape 49"/>
          <p:cNvSpPr/>
          <p:nvPr/>
        </p:nvSpPr>
        <p:spPr>
          <a:xfrm>
            <a:off x="16143089" y="2119313"/>
            <a:ext cx="423639" cy="28575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Text 50"/>
          <p:cNvSpPr/>
          <p:nvPr/>
        </p:nvSpPr>
        <p:spPr>
          <a:xfrm>
            <a:off x="16266914" y="2185988"/>
            <a:ext cx="2521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</a:t>
            </a:r>
            <a:endParaRPr lang="en-US" sz="975" dirty="0"/>
          </a:p>
        </p:txBody>
      </p:sp>
      <p:sp>
        <p:nvSpPr>
          <p:cNvPr id="63" name="Text 51"/>
          <p:cNvSpPr/>
          <p:nvPr/>
        </p:nvSpPr>
        <p:spPr>
          <a:xfrm>
            <a:off x="16747703" y="2185988"/>
            <a:ext cx="3210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</a:t>
            </a:r>
            <a:endParaRPr lang="en-US" sz="975" dirty="0"/>
          </a:p>
        </p:txBody>
      </p:sp>
      <p:sp>
        <p:nvSpPr>
          <p:cNvPr id="64" name="Text 52"/>
          <p:cNvSpPr/>
          <p:nvPr/>
        </p:nvSpPr>
        <p:spPr>
          <a:xfrm>
            <a:off x="2657475" y="2595563"/>
            <a:ext cx="457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25" dirty="0"/>
          </a:p>
        </p:txBody>
      </p:sp>
      <p:sp>
        <p:nvSpPr>
          <p:cNvPr id="65" name="Text 53"/>
          <p:cNvSpPr/>
          <p:nvPr/>
        </p:nvSpPr>
        <p:spPr>
          <a:xfrm>
            <a:off x="2657475" y="3136106"/>
            <a:ext cx="457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25" dirty="0"/>
          </a:p>
        </p:txBody>
      </p:sp>
      <p:sp>
        <p:nvSpPr>
          <p:cNvPr id="66" name="Text 54"/>
          <p:cNvSpPr/>
          <p:nvPr/>
        </p:nvSpPr>
        <p:spPr>
          <a:xfrm>
            <a:off x="2657475" y="3676650"/>
            <a:ext cx="457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25" dirty="0"/>
          </a:p>
        </p:txBody>
      </p:sp>
      <p:sp>
        <p:nvSpPr>
          <p:cNvPr id="67" name="Text 55"/>
          <p:cNvSpPr/>
          <p:nvPr/>
        </p:nvSpPr>
        <p:spPr>
          <a:xfrm>
            <a:off x="2657475" y="4217194"/>
            <a:ext cx="457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25" dirty="0"/>
          </a:p>
        </p:txBody>
      </p:sp>
      <p:sp>
        <p:nvSpPr>
          <p:cNvPr id="68" name="Text 56"/>
          <p:cNvSpPr/>
          <p:nvPr/>
        </p:nvSpPr>
        <p:spPr>
          <a:xfrm>
            <a:off x="2657475" y="4757738"/>
            <a:ext cx="457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5" dirty="0"/>
          </a:p>
        </p:txBody>
      </p:sp>
      <p:sp>
        <p:nvSpPr>
          <p:cNvPr id="69" name="Shape 57"/>
          <p:cNvSpPr/>
          <p:nvPr/>
        </p:nvSpPr>
        <p:spPr>
          <a:xfrm>
            <a:off x="3228975" y="4872038"/>
            <a:ext cx="1392555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70" name="Shape 58"/>
          <p:cNvSpPr/>
          <p:nvPr/>
        </p:nvSpPr>
        <p:spPr>
          <a:xfrm>
            <a:off x="3228975" y="3729038"/>
            <a:ext cx="1875011" cy="9525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1" name="Shape 59"/>
          <p:cNvSpPr/>
          <p:nvPr/>
        </p:nvSpPr>
        <p:spPr>
          <a:xfrm>
            <a:off x="3228975" y="3843338"/>
            <a:ext cx="1875011" cy="27622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72" name="Shape 60"/>
          <p:cNvSpPr/>
          <p:nvPr/>
        </p:nvSpPr>
        <p:spPr>
          <a:xfrm>
            <a:off x="3228975" y="4138613"/>
            <a:ext cx="1875011" cy="73342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3" name="Shape 61"/>
          <p:cNvSpPr/>
          <p:nvPr/>
        </p:nvSpPr>
        <p:spPr>
          <a:xfrm>
            <a:off x="5237336" y="3376613"/>
            <a:ext cx="1875086" cy="180975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4" name="Shape 62"/>
          <p:cNvSpPr/>
          <p:nvPr/>
        </p:nvSpPr>
        <p:spPr>
          <a:xfrm>
            <a:off x="5237336" y="3576638"/>
            <a:ext cx="1875086" cy="3619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75" name="Shape 63"/>
          <p:cNvSpPr/>
          <p:nvPr/>
        </p:nvSpPr>
        <p:spPr>
          <a:xfrm>
            <a:off x="5237336" y="3957638"/>
            <a:ext cx="1875086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6" name="Shape 64"/>
          <p:cNvSpPr/>
          <p:nvPr/>
        </p:nvSpPr>
        <p:spPr>
          <a:xfrm>
            <a:off x="7245772" y="3919537"/>
            <a:ext cx="1875011" cy="9525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77" name="Shape 65"/>
          <p:cNvSpPr/>
          <p:nvPr/>
        </p:nvSpPr>
        <p:spPr>
          <a:xfrm>
            <a:off x="7245772" y="4033837"/>
            <a:ext cx="1875011" cy="1809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78" name="Shape 66"/>
          <p:cNvSpPr/>
          <p:nvPr/>
        </p:nvSpPr>
        <p:spPr>
          <a:xfrm>
            <a:off x="7245772" y="4233863"/>
            <a:ext cx="1875011" cy="63817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79" name="Shape 67"/>
          <p:cNvSpPr/>
          <p:nvPr/>
        </p:nvSpPr>
        <p:spPr>
          <a:xfrm>
            <a:off x="9254133" y="3005138"/>
            <a:ext cx="1875086" cy="276225"/>
          </a:xfrm>
          <a:prstGeom prst="roundRect">
            <a:avLst>
              <a:gd name="adj" fmla="val 13793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0" name="Shape 68"/>
          <p:cNvSpPr/>
          <p:nvPr/>
        </p:nvSpPr>
        <p:spPr>
          <a:xfrm>
            <a:off x="9254133" y="3300413"/>
            <a:ext cx="1875086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81" name="Shape 69"/>
          <p:cNvSpPr/>
          <p:nvPr/>
        </p:nvSpPr>
        <p:spPr>
          <a:xfrm>
            <a:off x="9254133" y="3776662"/>
            <a:ext cx="1875086" cy="109537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82" name="Shape 70"/>
          <p:cNvSpPr/>
          <p:nvPr/>
        </p:nvSpPr>
        <p:spPr>
          <a:xfrm>
            <a:off x="11262568" y="3643313"/>
            <a:ext cx="1875086" cy="9525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3" name="Shape 71"/>
          <p:cNvSpPr/>
          <p:nvPr/>
        </p:nvSpPr>
        <p:spPr>
          <a:xfrm>
            <a:off x="11262568" y="3757613"/>
            <a:ext cx="1875086" cy="27622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84" name="Shape 72"/>
          <p:cNvSpPr/>
          <p:nvPr/>
        </p:nvSpPr>
        <p:spPr>
          <a:xfrm>
            <a:off x="11262568" y="4052888"/>
            <a:ext cx="1875086" cy="8191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85" name="Shape 73"/>
          <p:cNvSpPr/>
          <p:nvPr/>
        </p:nvSpPr>
        <p:spPr>
          <a:xfrm>
            <a:off x="13271004" y="2643188"/>
            <a:ext cx="1875086" cy="361950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86" name="Shape 74"/>
          <p:cNvSpPr/>
          <p:nvPr/>
        </p:nvSpPr>
        <p:spPr>
          <a:xfrm>
            <a:off x="13271004" y="3024188"/>
            <a:ext cx="1875086" cy="5524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87" name="Shape 75"/>
          <p:cNvSpPr/>
          <p:nvPr/>
        </p:nvSpPr>
        <p:spPr>
          <a:xfrm>
            <a:off x="13271004" y="3595688"/>
            <a:ext cx="1875086" cy="12763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88" name="Shape 76"/>
          <p:cNvSpPr/>
          <p:nvPr/>
        </p:nvSpPr>
        <p:spPr>
          <a:xfrm>
            <a:off x="15279439" y="4119562"/>
            <a:ext cx="1875086" cy="1809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89" name="Shape 77"/>
          <p:cNvSpPr/>
          <p:nvPr/>
        </p:nvSpPr>
        <p:spPr>
          <a:xfrm>
            <a:off x="15279439" y="4319588"/>
            <a:ext cx="1875086" cy="5524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90" name="Text 78"/>
          <p:cNvSpPr/>
          <p:nvPr/>
        </p:nvSpPr>
        <p:spPr>
          <a:xfrm>
            <a:off x="3135224" y="4957763"/>
            <a:ext cx="206251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900" dirty="0"/>
          </a:p>
        </p:txBody>
      </p:sp>
      <p:sp>
        <p:nvSpPr>
          <p:cNvPr id="91" name="Text 79"/>
          <p:cNvSpPr/>
          <p:nvPr/>
        </p:nvSpPr>
        <p:spPr>
          <a:xfrm>
            <a:off x="5143582" y="4957763"/>
            <a:ext cx="206259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900" dirty="0"/>
          </a:p>
        </p:txBody>
      </p:sp>
      <p:sp>
        <p:nvSpPr>
          <p:cNvPr id="92" name="Text 80"/>
          <p:cNvSpPr/>
          <p:nvPr/>
        </p:nvSpPr>
        <p:spPr>
          <a:xfrm>
            <a:off x="7152021" y="4957763"/>
            <a:ext cx="206251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900" dirty="0"/>
          </a:p>
        </p:txBody>
      </p:sp>
      <p:sp>
        <p:nvSpPr>
          <p:cNvPr id="93" name="Text 81"/>
          <p:cNvSpPr/>
          <p:nvPr/>
        </p:nvSpPr>
        <p:spPr>
          <a:xfrm>
            <a:off x="9160379" y="4957763"/>
            <a:ext cx="206259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900" dirty="0"/>
          </a:p>
        </p:txBody>
      </p:sp>
      <p:sp>
        <p:nvSpPr>
          <p:cNvPr id="94" name="Text 82"/>
          <p:cNvSpPr/>
          <p:nvPr/>
        </p:nvSpPr>
        <p:spPr>
          <a:xfrm>
            <a:off x="11168814" y="4957763"/>
            <a:ext cx="206259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900" dirty="0"/>
          </a:p>
        </p:txBody>
      </p:sp>
      <p:sp>
        <p:nvSpPr>
          <p:cNvPr id="95" name="Text 83"/>
          <p:cNvSpPr/>
          <p:nvPr/>
        </p:nvSpPr>
        <p:spPr>
          <a:xfrm>
            <a:off x="13177250" y="4957763"/>
            <a:ext cx="206259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900" dirty="0"/>
          </a:p>
        </p:txBody>
      </p:sp>
      <p:sp>
        <p:nvSpPr>
          <p:cNvPr id="96" name="Text 84"/>
          <p:cNvSpPr/>
          <p:nvPr/>
        </p:nvSpPr>
        <p:spPr>
          <a:xfrm>
            <a:off x="15185685" y="4957763"/>
            <a:ext cx="206259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5A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sp>
        <p:nvSpPr>
          <p:cNvPr id="7" name="Shape 4"/>
          <p:cNvSpPr/>
          <p:nvPr/>
        </p:nvSpPr>
        <p:spPr>
          <a:xfrm>
            <a:off x="1048717" y="207169"/>
            <a:ext cx="454819" cy="195263"/>
          </a:xfrm>
          <a:prstGeom prst="roundRect">
            <a:avLst>
              <a:gd name="adj" fmla="val 2926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15392" y="226219"/>
            <a:ext cx="397669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0" b="1" spc="-25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804863"/>
            <a:ext cx="91551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12334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관리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166211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800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114300" y="2400300"/>
            <a:ext cx="2009775" cy="40005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3400" y="2521744"/>
            <a:ext cx="574700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0" y="9124950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9324975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5300" y="9329738"/>
            <a:ext cx="946249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화면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24" name="Shape 15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25" name="Text 16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533400" y="9846469"/>
            <a:ext cx="701204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계정</a:t>
            </a:r>
            <a:endParaRPr lang="en-US" sz="975" dirty="0"/>
          </a:p>
        </p:txBody>
      </p:sp>
      <p:sp>
        <p:nvSpPr>
          <p:cNvPr id="27" name="Text 18"/>
          <p:cNvSpPr/>
          <p:nvPr/>
        </p:nvSpPr>
        <p:spPr>
          <a:xfrm>
            <a:off x="533400" y="9998869"/>
            <a:ext cx="701204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관리자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29" name="Shape 20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0" name="Shape 21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1" name="Shape 22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028950" y="133350"/>
            <a:ext cx="831800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275" dirty="0"/>
          </a:p>
        </p:txBody>
      </p:sp>
      <p:sp>
        <p:nvSpPr>
          <p:cNvPr id="34" name="Text 24"/>
          <p:cNvSpPr/>
          <p:nvPr/>
        </p:nvSpPr>
        <p:spPr>
          <a:xfrm>
            <a:off x="3028950" y="328613"/>
            <a:ext cx="831800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조작 추적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27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1" name="Shape 29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2" name="Text 30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2514600" y="838200"/>
            <a:ext cx="983605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4" name="Text 32"/>
          <p:cNvSpPr/>
          <p:nvPr/>
        </p:nvSpPr>
        <p:spPr>
          <a:xfrm>
            <a:off x="2657475" y="933450"/>
            <a:ext cx="7740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 최근 7일</a:t>
            </a:r>
            <a:endParaRPr lang="en-US" sz="975" dirty="0"/>
          </a:p>
        </p:txBody>
      </p:sp>
      <p:sp>
        <p:nvSpPr>
          <p:cNvPr id="45" name="Shape 33"/>
          <p:cNvSpPr/>
          <p:nvPr/>
        </p:nvSpPr>
        <p:spPr>
          <a:xfrm>
            <a:off x="3612505" y="838200"/>
            <a:ext cx="776957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6" name="Text 34"/>
          <p:cNvSpPr/>
          <p:nvPr/>
        </p:nvSpPr>
        <p:spPr>
          <a:xfrm>
            <a:off x="3755380" y="933450"/>
            <a:ext cx="56740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행위: 전체</a:t>
            </a:r>
            <a:endParaRPr lang="en-US" sz="975" dirty="0"/>
          </a:p>
        </p:txBody>
      </p:sp>
      <p:sp>
        <p:nvSpPr>
          <p:cNvPr id="47" name="Shape 35"/>
          <p:cNvSpPr/>
          <p:nvPr/>
        </p:nvSpPr>
        <p:spPr>
          <a:xfrm>
            <a:off x="4503762" y="838200"/>
            <a:ext cx="776957" cy="338138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8" name="Text 36"/>
          <p:cNvSpPr/>
          <p:nvPr/>
        </p:nvSpPr>
        <p:spPr>
          <a:xfrm>
            <a:off x="4646637" y="933450"/>
            <a:ext cx="56740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전체</a:t>
            </a:r>
            <a:endParaRPr lang="en-US" sz="975" dirty="0"/>
          </a:p>
        </p:txBody>
      </p:sp>
      <p:sp>
        <p:nvSpPr>
          <p:cNvPr id="49" name="Shape 37"/>
          <p:cNvSpPr/>
          <p:nvPr/>
        </p:nvSpPr>
        <p:spPr>
          <a:xfrm>
            <a:off x="16262821" y="852488"/>
            <a:ext cx="1110779" cy="309563"/>
          </a:xfrm>
          <a:prstGeom prst="roundRect">
            <a:avLst>
              <a:gd name="adj" fmla="val 27692"/>
            </a:avLst>
          </a:prstGeom>
          <a:solidFill>
            <a:srgbClr val="F1F5F9"/>
          </a:solidFill>
          <a:ln/>
        </p:spPr>
        <p:txBody>
          <a:bodyPr/>
          <a:p/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386646" y="940594"/>
            <a:ext cx="133350" cy="13335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16586671" y="938213"/>
            <a:ext cx="73930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수정·삭제 불가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2514600" y="1328738"/>
            <a:ext cx="14859000" cy="2566988"/>
          </a:xfrm>
          <a:prstGeom prst="roundRect">
            <a:avLst>
              <a:gd name="adj" fmla="val 5937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3" name="Shape 40"/>
          <p:cNvSpPr/>
          <p:nvPr/>
        </p:nvSpPr>
        <p:spPr>
          <a:xfrm>
            <a:off x="2524125" y="1338263"/>
            <a:ext cx="14839950" cy="414338"/>
          </a:xfrm>
          <a:prstGeom prst="rect">
            <a:avLst/>
          </a:prstGeom>
          <a:solidFill>
            <a:srgbClr val="FAF8F4"/>
          </a:solidFill>
          <a:ln/>
        </p:spPr>
        <p:txBody>
          <a:bodyPr/>
          <a:p/>
        </p:txBody>
      </p:sp>
      <p:sp>
        <p:nvSpPr>
          <p:cNvPr id="54" name="Shape 41"/>
          <p:cNvSpPr/>
          <p:nvPr/>
        </p:nvSpPr>
        <p:spPr>
          <a:xfrm>
            <a:off x="2524125" y="1743075"/>
            <a:ext cx="14839950" cy="9525"/>
          </a:xfrm>
          <a:prstGeom prst="rect">
            <a:avLst/>
          </a:prstGeom>
          <a:solidFill>
            <a:srgbClr val="ECE7DE"/>
          </a:solidFill>
          <a:ln/>
        </p:spPr>
        <p:txBody>
          <a:bodyPr/>
          <a:p/>
        </p:txBody>
      </p:sp>
      <p:sp>
        <p:nvSpPr>
          <p:cNvPr id="55" name="Text 42"/>
          <p:cNvSpPr/>
          <p:nvPr/>
        </p:nvSpPr>
        <p:spPr>
          <a:xfrm>
            <a:off x="2695575" y="1471613"/>
            <a:ext cx="302431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</a:t>
            </a:r>
            <a:endParaRPr lang="en-US" sz="900" dirty="0"/>
          </a:p>
        </p:txBody>
      </p:sp>
      <p:sp>
        <p:nvSpPr>
          <p:cNvPr id="56" name="Text 43"/>
          <p:cNvSpPr/>
          <p:nvPr/>
        </p:nvSpPr>
        <p:spPr>
          <a:xfrm>
            <a:off x="5444951" y="1471613"/>
            <a:ext cx="247449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endParaRPr lang="en-US" sz="900" dirty="0"/>
          </a:p>
        </p:txBody>
      </p:sp>
      <p:sp>
        <p:nvSpPr>
          <p:cNvPr id="57" name="Text 44"/>
          <p:cNvSpPr/>
          <p:nvPr/>
        </p:nvSpPr>
        <p:spPr>
          <a:xfrm>
            <a:off x="7694488" y="1471613"/>
            <a:ext cx="3574301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행위</a:t>
            </a:r>
            <a:endParaRPr lang="en-US" sz="900" dirty="0"/>
          </a:p>
        </p:txBody>
      </p:sp>
      <p:sp>
        <p:nvSpPr>
          <p:cNvPr id="58" name="Text 45"/>
          <p:cNvSpPr/>
          <p:nvPr/>
        </p:nvSpPr>
        <p:spPr>
          <a:xfrm>
            <a:off x="10943853" y="1471613"/>
            <a:ext cx="329934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900" dirty="0"/>
          </a:p>
        </p:txBody>
      </p:sp>
      <p:sp>
        <p:nvSpPr>
          <p:cNvPr id="59" name="Text 46"/>
          <p:cNvSpPr/>
          <p:nvPr/>
        </p:nvSpPr>
        <p:spPr>
          <a:xfrm>
            <a:off x="13943261" y="1471613"/>
            <a:ext cx="3574219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내용</a:t>
            </a:r>
            <a:endParaRPr lang="en-US" sz="900" dirty="0"/>
          </a:p>
        </p:txBody>
      </p:sp>
      <p:sp>
        <p:nvSpPr>
          <p:cNvPr id="60" name="Shape 47"/>
          <p:cNvSpPr/>
          <p:nvPr/>
        </p:nvSpPr>
        <p:spPr>
          <a:xfrm>
            <a:off x="2524125" y="2171700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61" name="Text 48"/>
          <p:cNvSpPr/>
          <p:nvPr/>
        </p:nvSpPr>
        <p:spPr>
          <a:xfrm>
            <a:off x="2695575" y="1888331"/>
            <a:ext cx="302431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 14:32</a:t>
            </a:r>
            <a:endParaRPr lang="en-US" sz="975" dirty="0"/>
          </a:p>
        </p:txBody>
      </p:sp>
      <p:sp>
        <p:nvSpPr>
          <p:cNvPr id="62" name="Text 49"/>
          <p:cNvSpPr/>
          <p:nvPr/>
        </p:nvSpPr>
        <p:spPr>
          <a:xfrm>
            <a:off x="5444951" y="1888331"/>
            <a:ext cx="247449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이연구</a:t>
            </a:r>
            <a:endParaRPr lang="en-US" sz="975" dirty="0"/>
          </a:p>
        </p:txBody>
      </p:sp>
      <p:sp>
        <p:nvSpPr>
          <p:cNvPr id="63" name="Text 50"/>
          <p:cNvSpPr/>
          <p:nvPr/>
        </p:nvSpPr>
        <p:spPr>
          <a:xfrm>
            <a:off x="7694488" y="1885950"/>
            <a:ext cx="35743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상태 변경</a:t>
            </a:r>
            <a:endParaRPr lang="en-US" sz="975" dirty="0"/>
          </a:p>
        </p:txBody>
      </p:sp>
      <p:sp>
        <p:nvSpPr>
          <p:cNvPr id="64" name="Text 51"/>
          <p:cNvSpPr/>
          <p:nvPr/>
        </p:nvSpPr>
        <p:spPr>
          <a:xfrm>
            <a:off x="10943853" y="1888331"/>
            <a:ext cx="32993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</a:t>
            </a:r>
            <a:endParaRPr lang="en-US" sz="975" dirty="0"/>
          </a:p>
        </p:txBody>
      </p:sp>
      <p:sp>
        <p:nvSpPr>
          <p:cNvPr id="65" name="Text 52"/>
          <p:cNvSpPr/>
          <p:nvPr/>
        </p:nvSpPr>
        <p:spPr>
          <a:xfrm>
            <a:off x="13943261" y="1888331"/>
            <a:ext cx="357421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→ BLOCKED</a:t>
            </a:r>
            <a:endParaRPr lang="en-US" sz="975" dirty="0"/>
          </a:p>
        </p:txBody>
      </p:sp>
      <p:sp>
        <p:nvSpPr>
          <p:cNvPr id="66" name="Shape 53"/>
          <p:cNvSpPr/>
          <p:nvPr/>
        </p:nvSpPr>
        <p:spPr>
          <a:xfrm>
            <a:off x="2524125" y="2600325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67" name="Text 54"/>
          <p:cNvSpPr/>
          <p:nvPr/>
        </p:nvSpPr>
        <p:spPr>
          <a:xfrm>
            <a:off x="2695575" y="2316956"/>
            <a:ext cx="302431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 13:10</a:t>
            </a:r>
            <a:endParaRPr lang="en-US" sz="975" dirty="0"/>
          </a:p>
        </p:txBody>
      </p:sp>
      <p:sp>
        <p:nvSpPr>
          <p:cNvPr id="68" name="Text 55"/>
          <p:cNvSpPr/>
          <p:nvPr/>
        </p:nvSpPr>
        <p:spPr>
          <a:xfrm>
            <a:off x="5444951" y="2316956"/>
            <a:ext cx="247449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이연구</a:t>
            </a:r>
            <a:endParaRPr lang="en-US" sz="975" dirty="0"/>
          </a:p>
        </p:txBody>
      </p:sp>
      <p:sp>
        <p:nvSpPr>
          <p:cNvPr id="69" name="Text 56"/>
          <p:cNvSpPr/>
          <p:nvPr/>
        </p:nvSpPr>
        <p:spPr>
          <a:xfrm>
            <a:off x="7694488" y="2314575"/>
            <a:ext cx="35743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정지</a:t>
            </a:r>
            <a:endParaRPr lang="en-US" sz="975" dirty="0"/>
          </a:p>
        </p:txBody>
      </p:sp>
      <p:sp>
        <p:nvSpPr>
          <p:cNvPr id="70" name="Text 57"/>
          <p:cNvSpPr/>
          <p:nvPr/>
        </p:nvSpPr>
        <p:spPr>
          <a:xfrm>
            <a:off x="10943853" y="2314575"/>
            <a:ext cx="32993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박테스트</a:t>
            </a:r>
            <a:endParaRPr lang="en-US" sz="975" dirty="0"/>
          </a:p>
        </p:txBody>
      </p:sp>
      <p:sp>
        <p:nvSpPr>
          <p:cNvPr id="71" name="Text 58"/>
          <p:cNvSpPr/>
          <p:nvPr/>
        </p:nvSpPr>
        <p:spPr>
          <a:xfrm>
            <a:off x="13943261" y="2316956"/>
            <a:ext cx="357421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→ SUSPENDED</a:t>
            </a:r>
            <a:endParaRPr lang="en-US" sz="975" dirty="0"/>
          </a:p>
        </p:txBody>
      </p:sp>
      <p:sp>
        <p:nvSpPr>
          <p:cNvPr id="72" name="Shape 59"/>
          <p:cNvSpPr/>
          <p:nvPr/>
        </p:nvSpPr>
        <p:spPr>
          <a:xfrm>
            <a:off x="2524125" y="3028950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73" name="Text 60"/>
          <p:cNvSpPr/>
          <p:nvPr/>
        </p:nvSpPr>
        <p:spPr>
          <a:xfrm>
            <a:off x="2695575" y="2745581"/>
            <a:ext cx="302431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 11:48</a:t>
            </a:r>
            <a:endParaRPr lang="en-US" sz="975" dirty="0"/>
          </a:p>
        </p:txBody>
      </p:sp>
      <p:sp>
        <p:nvSpPr>
          <p:cNvPr id="74" name="Text 61"/>
          <p:cNvSpPr/>
          <p:nvPr/>
        </p:nvSpPr>
        <p:spPr>
          <a:xfrm>
            <a:off x="5444951" y="2745581"/>
            <a:ext cx="247449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이연구</a:t>
            </a:r>
            <a:endParaRPr lang="en-US" sz="975" dirty="0"/>
          </a:p>
        </p:txBody>
      </p:sp>
      <p:sp>
        <p:nvSpPr>
          <p:cNvPr id="75" name="Text 62"/>
          <p:cNvSpPr/>
          <p:nvPr/>
        </p:nvSpPr>
        <p:spPr>
          <a:xfrm>
            <a:off x="7694488" y="2743200"/>
            <a:ext cx="35743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 변경</a:t>
            </a:r>
            <a:endParaRPr lang="en-US" sz="975" dirty="0"/>
          </a:p>
        </p:txBody>
      </p:sp>
      <p:sp>
        <p:nvSpPr>
          <p:cNvPr id="76" name="Text 63"/>
          <p:cNvSpPr/>
          <p:nvPr/>
        </p:nvSpPr>
        <p:spPr>
          <a:xfrm>
            <a:off x="10943853" y="2745581"/>
            <a:ext cx="32993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PACK-004</a:t>
            </a:r>
            <a:endParaRPr lang="en-US" sz="975" dirty="0"/>
          </a:p>
        </p:txBody>
      </p:sp>
      <p:sp>
        <p:nvSpPr>
          <p:cNvPr id="77" name="Text 64"/>
          <p:cNvSpPr/>
          <p:nvPr/>
        </p:nvSpPr>
        <p:spPr>
          <a:xfrm>
            <a:off x="13943261" y="2743200"/>
            <a:ext cx="35742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주시 사유 기록</a:t>
            </a:r>
            <a:endParaRPr lang="en-US" sz="975" dirty="0"/>
          </a:p>
        </p:txBody>
      </p:sp>
      <p:sp>
        <p:nvSpPr>
          <p:cNvPr id="78" name="Shape 65"/>
          <p:cNvSpPr/>
          <p:nvPr/>
        </p:nvSpPr>
        <p:spPr>
          <a:xfrm>
            <a:off x="2524125" y="3457575"/>
            <a:ext cx="14839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79" name="Text 66"/>
          <p:cNvSpPr/>
          <p:nvPr/>
        </p:nvSpPr>
        <p:spPr>
          <a:xfrm>
            <a:off x="2695575" y="3174206"/>
            <a:ext cx="302431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 09:02</a:t>
            </a:r>
            <a:endParaRPr lang="en-US" sz="975" dirty="0"/>
          </a:p>
        </p:txBody>
      </p:sp>
      <p:sp>
        <p:nvSpPr>
          <p:cNvPr id="80" name="Text 67"/>
          <p:cNvSpPr/>
          <p:nvPr/>
        </p:nvSpPr>
        <p:spPr>
          <a:xfrm>
            <a:off x="5444951" y="3174206"/>
            <a:ext cx="247449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81" name="Text 68"/>
          <p:cNvSpPr/>
          <p:nvPr/>
        </p:nvSpPr>
        <p:spPr>
          <a:xfrm>
            <a:off x="7694488" y="3171825"/>
            <a:ext cx="35743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 접근 실패</a:t>
            </a:r>
            <a:endParaRPr lang="en-US" sz="975" dirty="0"/>
          </a:p>
        </p:txBody>
      </p:sp>
      <p:sp>
        <p:nvSpPr>
          <p:cNvPr id="82" name="Text 69"/>
          <p:cNvSpPr/>
          <p:nvPr/>
        </p:nvSpPr>
        <p:spPr>
          <a:xfrm>
            <a:off x="10943853" y="3174206"/>
            <a:ext cx="32993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park@test.io</a:t>
            </a:r>
            <a:endParaRPr lang="en-US" sz="975" dirty="0"/>
          </a:p>
        </p:txBody>
      </p:sp>
      <p:sp>
        <p:nvSpPr>
          <p:cNvPr id="83" name="Text 70"/>
          <p:cNvSpPr/>
          <p:nvPr/>
        </p:nvSpPr>
        <p:spPr>
          <a:xfrm>
            <a:off x="13943261" y="3171825"/>
            <a:ext cx="35742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없음 (RBAC)</a:t>
            </a:r>
            <a:endParaRPr lang="en-US" sz="975" dirty="0"/>
          </a:p>
        </p:txBody>
      </p:sp>
      <p:sp>
        <p:nvSpPr>
          <p:cNvPr id="84" name="Text 71"/>
          <p:cNvSpPr/>
          <p:nvPr/>
        </p:nvSpPr>
        <p:spPr>
          <a:xfrm>
            <a:off x="2695575" y="3602831"/>
            <a:ext cx="302431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 08:30</a:t>
            </a:r>
            <a:endParaRPr lang="en-US" sz="975" dirty="0"/>
          </a:p>
        </p:txBody>
      </p:sp>
      <p:sp>
        <p:nvSpPr>
          <p:cNvPr id="85" name="Text 72"/>
          <p:cNvSpPr/>
          <p:nvPr/>
        </p:nvSpPr>
        <p:spPr>
          <a:xfrm>
            <a:off x="5444951" y="3602831"/>
            <a:ext cx="247449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이연구</a:t>
            </a:r>
            <a:endParaRPr lang="en-US" sz="975" dirty="0"/>
          </a:p>
        </p:txBody>
      </p:sp>
      <p:sp>
        <p:nvSpPr>
          <p:cNvPr id="86" name="Text 73"/>
          <p:cNvSpPr/>
          <p:nvPr/>
        </p:nvSpPr>
        <p:spPr>
          <a:xfrm>
            <a:off x="7694488" y="3600450"/>
            <a:ext cx="35743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로그인</a:t>
            </a:r>
            <a:endParaRPr lang="en-US" sz="975" dirty="0"/>
          </a:p>
        </p:txBody>
      </p:sp>
      <p:sp>
        <p:nvSpPr>
          <p:cNvPr id="87" name="Text 74"/>
          <p:cNvSpPr/>
          <p:nvPr/>
        </p:nvSpPr>
        <p:spPr>
          <a:xfrm>
            <a:off x="10943853" y="3602831"/>
            <a:ext cx="32993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88" name="Text 75"/>
          <p:cNvSpPr/>
          <p:nvPr/>
        </p:nvSpPr>
        <p:spPr>
          <a:xfrm>
            <a:off x="13943261" y="3602831"/>
            <a:ext cx="357421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203.0.113.24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22479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38375" y="0"/>
            <a:ext cx="9525" cy="10287000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1450" y="152400"/>
            <a:ext cx="304800" cy="304800"/>
          </a:xfrm>
          <a:prstGeom prst="roundRect">
            <a:avLst>
              <a:gd name="adj" fmla="val 28125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888" y="223838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207169"/>
            <a:ext cx="4867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-25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셀가드</a:t>
            </a:r>
            <a:endParaRPr lang="en-US" sz="12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790575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00" y="80486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" y="1219200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1233488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관리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1647825"/>
            <a:ext cx="1905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3400" y="1662113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탐지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1818084" y="1671638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1884759" y="1681163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600" y="2076450"/>
            <a:ext cx="1905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3400" y="209073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 차트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600" y="2505075"/>
            <a:ext cx="1905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400" y="2519363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이력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8600" y="2933700"/>
            <a:ext cx="190500" cy="190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400" y="2947988"/>
            <a:ext cx="569788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센터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1818084" y="2957513"/>
            <a:ext cx="191691" cy="1428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1884759" y="2967038"/>
            <a:ext cx="13454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8600" y="3362325"/>
            <a:ext cx="190500" cy="1905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3400" y="3376613"/>
            <a:ext cx="5371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8600" y="3790950"/>
            <a:ext cx="190500" cy="1905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3400" y="3805237"/>
            <a:ext cx="685056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제어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8600" y="4219575"/>
            <a:ext cx="190500" cy="1905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3400" y="4233863"/>
            <a:ext cx="30673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2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0" y="9686925"/>
            <a:ext cx="2238375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14300" y="9829800"/>
            <a:ext cx="323850" cy="323850"/>
          </a:xfrm>
          <a:prstGeom prst="ellipse">
            <a:avLst/>
          </a:prstGeom>
          <a:gradFill rotWithShape="1">
            <a:gsLst>
              <a:gs pos="0">
                <a:srgbClr val="93C5FD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1" name="Text 19"/>
          <p:cNvSpPr/>
          <p:nvPr/>
        </p:nvSpPr>
        <p:spPr>
          <a:xfrm>
            <a:off x="218480" y="9913144"/>
            <a:ext cx="191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</a:t>
            </a:r>
            <a:endParaRPr lang="en-US" sz="1050" dirty="0"/>
          </a:p>
        </p:txBody>
      </p:sp>
      <p:sp>
        <p:nvSpPr>
          <p:cNvPr id="32" name="Text 20"/>
          <p:cNvSpPr/>
          <p:nvPr/>
        </p:nvSpPr>
        <p:spPr>
          <a:xfrm>
            <a:off x="533400" y="9846469"/>
            <a:ext cx="60230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75" dirty="0"/>
          </a:p>
        </p:txBody>
      </p:sp>
      <p:sp>
        <p:nvSpPr>
          <p:cNvPr id="33" name="Text 21"/>
          <p:cNvSpPr/>
          <p:nvPr/>
        </p:nvSpPr>
        <p:spPr>
          <a:xfrm>
            <a:off x="533400" y="9998869"/>
            <a:ext cx="602307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담당자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2247900" y="0"/>
            <a:ext cx="16040100" cy="10287000"/>
          </a:xfrm>
          <a:prstGeom prst="rect">
            <a:avLst/>
          </a:prstGeom>
          <a:solidFill>
            <a:srgbClr val="F7F5F1"/>
          </a:solidFill>
          <a:ln/>
        </p:spPr>
        <p:txBody>
          <a:bodyPr/>
          <a:p/>
        </p:txBody>
      </p:sp>
      <p:sp>
        <p:nvSpPr>
          <p:cNvPr id="35" name="Shape 23"/>
          <p:cNvSpPr/>
          <p:nvPr/>
        </p:nvSpPr>
        <p:spPr>
          <a:xfrm>
            <a:off x="2247900" y="0"/>
            <a:ext cx="16040100" cy="609600"/>
          </a:xfrm>
          <a:prstGeom prst="rect">
            <a:avLst/>
          </a:prstGeom>
          <a:solidFill>
            <a:srgbClr val="F7F5F1">
              <a:alpha val="90000"/>
            </a:srgbClr>
          </a:solidFill>
          <a:ln/>
        </p:spPr>
        <p:txBody>
          <a:bodyPr/>
          <a:p/>
        </p:txBody>
      </p:sp>
      <p:sp>
        <p:nvSpPr>
          <p:cNvPr id="36" name="Shape 24"/>
          <p:cNvSpPr/>
          <p:nvPr/>
        </p:nvSpPr>
        <p:spPr>
          <a:xfrm>
            <a:off x="2247900" y="600075"/>
            <a:ext cx="16040100" cy="9525"/>
          </a:xfrm>
          <a:prstGeom prst="rect">
            <a:avLst/>
          </a:prstGeom>
          <a:solidFill>
            <a:srgbClr val="EAE6DE"/>
          </a:solidFill>
          <a:ln/>
        </p:spPr>
        <p:txBody>
          <a:bodyPr/>
          <a:p/>
        </p:txBody>
      </p:sp>
      <p:sp>
        <p:nvSpPr>
          <p:cNvPr id="37" name="Shape 25"/>
          <p:cNvSpPr/>
          <p:nvPr/>
        </p:nvSpPr>
        <p:spPr>
          <a:xfrm>
            <a:off x="2514600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09850" y="214313"/>
            <a:ext cx="171450" cy="17145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028950" y="133350"/>
            <a:ext cx="1418883" cy="2333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3" kern="0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상세 / 이력</a:t>
            </a:r>
            <a:endParaRPr lang="en-US" sz="1275" dirty="0"/>
          </a:p>
        </p:txBody>
      </p:sp>
      <p:sp>
        <p:nvSpPr>
          <p:cNvPr id="40" name="Text 27"/>
          <p:cNvSpPr/>
          <p:nvPr/>
        </p:nvSpPr>
        <p:spPr>
          <a:xfrm>
            <a:off x="3028950" y="328613"/>
            <a:ext cx="1418883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과거 측정 세션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15988085" y="11906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083335" y="214313"/>
            <a:ext cx="171450" cy="17145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16188110" y="204788"/>
            <a:ext cx="66675" cy="66675"/>
          </a:xfrm>
          <a:prstGeom prst="ellipse">
            <a:avLst/>
          </a:prstGeom>
          <a:solidFill>
            <a:srgbClr val="EA580C"/>
          </a:solidFill>
          <a:ln w="1428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30"/>
          <p:cNvSpPr/>
          <p:nvPr/>
        </p:nvSpPr>
        <p:spPr>
          <a:xfrm>
            <a:off x="16502435" y="130969"/>
            <a:ext cx="619720" cy="338138"/>
          </a:xfrm>
          <a:prstGeom prst="roundRect">
            <a:avLst>
              <a:gd name="adj" fmla="val 28169"/>
            </a:avLst>
          </a:prstGeom>
          <a:solidFill>
            <a:srgbClr val="EAF1FF"/>
          </a:solidFill>
          <a:ln w="9525">
            <a:solidFill>
              <a:srgbClr val="BFD3FF"/>
            </a:solidFill>
            <a:prstDash val="solid"/>
          </a:ln>
        </p:spPr>
        <p:txBody>
          <a:bodyPr/>
          <a:p/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626260" y="228600"/>
            <a:ext cx="142875" cy="142875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16826285" y="226219"/>
            <a:ext cx="2482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75" dirty="0"/>
          </a:p>
        </p:txBody>
      </p:sp>
      <p:sp>
        <p:nvSpPr>
          <p:cNvPr id="47" name="Shape 32"/>
          <p:cNvSpPr/>
          <p:nvPr/>
        </p:nvSpPr>
        <p:spPr>
          <a:xfrm>
            <a:off x="17274555" y="123825"/>
            <a:ext cx="746745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48" name="Text 33"/>
          <p:cNvSpPr/>
          <p:nvPr/>
        </p:nvSpPr>
        <p:spPr>
          <a:xfrm>
            <a:off x="17417430" y="219075"/>
            <a:ext cx="5371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14600" y="840581"/>
            <a:ext cx="142875" cy="142875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2714625" y="838200"/>
            <a:ext cx="8547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자산으로</a:t>
            </a:r>
            <a:endParaRPr lang="en-US" sz="975" dirty="0"/>
          </a:p>
        </p:txBody>
      </p:sp>
      <p:sp>
        <p:nvSpPr>
          <p:cNvPr id="51" name="Shape 35"/>
          <p:cNvSpPr/>
          <p:nvPr/>
        </p:nvSpPr>
        <p:spPr>
          <a:xfrm>
            <a:off x="2514600" y="1157288"/>
            <a:ext cx="148590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52" name="Shape 36"/>
          <p:cNvSpPr/>
          <p:nvPr/>
        </p:nvSpPr>
        <p:spPr>
          <a:xfrm>
            <a:off x="2733675" y="137636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/>
        </p:spPr>
        <p:txBody>
          <a:bodyPr/>
          <a:p/>
        </p:txBody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867025" y="1509713"/>
            <a:ext cx="266700" cy="26670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3457575" y="1438275"/>
            <a:ext cx="11264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PACK-001 · 과거 측정 세션</a:t>
            </a:r>
            <a:endParaRPr lang="en-US" sz="1500" dirty="0"/>
          </a:p>
        </p:txBody>
      </p:sp>
      <p:sp>
        <p:nvSpPr>
          <p:cNvPr id="55" name="Text 38"/>
          <p:cNvSpPr/>
          <p:nvPr/>
        </p:nvSpPr>
        <p:spPr>
          <a:xfrm>
            <a:off x="3457575" y="1695450"/>
            <a:ext cx="11264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battery_id · a7f3c9-… · 소유자 홍길동</a:t>
            </a:r>
            <a:endParaRPr lang="en-US" sz="975" dirty="0"/>
          </a:p>
        </p:txBody>
      </p:sp>
      <p:sp>
        <p:nvSpPr>
          <p:cNvPr id="56" name="Shape 39"/>
          <p:cNvSpPr/>
          <p:nvPr/>
        </p:nvSpPr>
        <p:spPr>
          <a:xfrm>
            <a:off x="13888938" y="1516856"/>
            <a:ext cx="821010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7" name="Text 40"/>
          <p:cNvSpPr/>
          <p:nvPr/>
        </p:nvSpPr>
        <p:spPr>
          <a:xfrm>
            <a:off x="14003238" y="1574006"/>
            <a:ext cx="668610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 1 · 내장</a:t>
            </a:r>
            <a:endParaRPr lang="en-US" sz="900" dirty="0"/>
          </a:p>
        </p:txBody>
      </p:sp>
      <p:sp>
        <p:nvSpPr>
          <p:cNvPr id="58" name="Shape 41"/>
          <p:cNvSpPr/>
          <p:nvPr/>
        </p:nvSpPr>
        <p:spPr>
          <a:xfrm>
            <a:off x="14786149" y="1516856"/>
            <a:ext cx="624111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9" name="Text 42"/>
          <p:cNvSpPr/>
          <p:nvPr/>
        </p:nvSpPr>
        <p:spPr>
          <a:xfrm>
            <a:off x="14900449" y="1574006"/>
            <a:ext cx="471711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리튬이온</a:t>
            </a:r>
            <a:endParaRPr lang="en-US" sz="900" dirty="0"/>
          </a:p>
        </p:txBody>
      </p:sp>
      <p:sp>
        <p:nvSpPr>
          <p:cNvPr id="60" name="Shape 43"/>
          <p:cNvSpPr/>
          <p:nvPr/>
        </p:nvSpPr>
        <p:spPr>
          <a:xfrm>
            <a:off x="15486459" y="1516856"/>
            <a:ext cx="368424" cy="252413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1" name="Text 44"/>
          <p:cNvSpPr/>
          <p:nvPr/>
        </p:nvSpPr>
        <p:spPr>
          <a:xfrm>
            <a:off x="15600759" y="1574006"/>
            <a:ext cx="216024" cy="176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16045383" y="1459706"/>
            <a:ext cx="1109142" cy="366713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63" name="Text 46"/>
          <p:cNvSpPr/>
          <p:nvPr/>
        </p:nvSpPr>
        <p:spPr>
          <a:xfrm>
            <a:off x="16216833" y="1564481"/>
            <a:ext cx="8424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배터리 측정</a:t>
            </a:r>
            <a:endParaRPr lang="en-US" sz="1050" dirty="0"/>
          </a:p>
        </p:txBody>
      </p:sp>
      <p:sp>
        <p:nvSpPr>
          <p:cNvPr id="158" name="Shape 136"/>
          <p:cNvSpPr/>
          <p:nvPr/>
        </p:nvSpPr>
        <p:spPr>
          <a:xfrm>
            <a:off x="2514600" y="2300288"/>
            <a:ext cx="14859000" cy="2152650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CE7DE"/>
            </a:solidFill>
            <a:prstDash val="solid"/>
          </a:ln>
        </p:spPr>
        <p:txBody>
          <a:bodyPr/>
          <a:p/>
        </p:txBody>
      </p:sp>
      <p:sp>
        <p:nvSpPr>
          <p:cNvPr id="159" name="Text 137"/>
          <p:cNvSpPr/>
          <p:nvPr/>
        </p:nvSpPr>
        <p:spPr>
          <a:xfrm>
            <a:off x="2714625" y="2500313"/>
            <a:ext cx="159048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 측정 세션</a:t>
            </a:r>
            <a:endParaRPr lang="en-US" sz="1125" dirty="0"/>
          </a:p>
        </p:txBody>
      </p:sp>
      <p:sp>
        <p:nvSpPr>
          <p:cNvPr id="160" name="Shape 138"/>
          <p:cNvSpPr/>
          <p:nvPr/>
        </p:nvSpPr>
        <p:spPr>
          <a:xfrm>
            <a:off x="2714625" y="3038475"/>
            <a:ext cx="14458950" cy="9525"/>
          </a:xfrm>
          <a:prstGeom prst="rect">
            <a:avLst/>
          </a:prstGeom>
          <a:solidFill>
            <a:srgbClr val="F0ECE4"/>
          </a:solidFill>
          <a:ln/>
        </p:spPr>
        <p:txBody>
          <a:bodyPr/>
          <a:p/>
        </p:txBody>
      </p:sp>
      <p:sp>
        <p:nvSpPr>
          <p:cNvPr id="161" name="Text 139"/>
          <p:cNvSpPr/>
          <p:nvPr/>
        </p:nvSpPr>
        <p:spPr>
          <a:xfrm>
            <a:off x="2771775" y="2805113"/>
            <a:ext cx="424821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ID</a:t>
            </a:r>
            <a:endParaRPr lang="en-US" sz="900" dirty="0"/>
          </a:p>
        </p:txBody>
      </p:sp>
      <p:sp>
        <p:nvSpPr>
          <p:cNvPr id="162" name="Text 140"/>
          <p:cNvSpPr/>
          <p:nvPr/>
        </p:nvSpPr>
        <p:spPr>
          <a:xfrm>
            <a:off x="6633790" y="2805113"/>
            <a:ext cx="303438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900" dirty="0"/>
          </a:p>
        </p:txBody>
      </p:sp>
      <p:sp>
        <p:nvSpPr>
          <p:cNvPr id="163" name="Text 141"/>
          <p:cNvSpPr/>
          <p:nvPr/>
        </p:nvSpPr>
        <p:spPr>
          <a:xfrm>
            <a:off x="9392320" y="2805113"/>
            <a:ext cx="303446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이상점수</a:t>
            </a:r>
            <a:endParaRPr lang="en-US" sz="900" dirty="0"/>
          </a:p>
        </p:txBody>
      </p:sp>
      <p:sp>
        <p:nvSpPr>
          <p:cNvPr id="164" name="Text 142"/>
          <p:cNvSpPr/>
          <p:nvPr/>
        </p:nvSpPr>
        <p:spPr>
          <a:xfrm>
            <a:off x="12150923" y="2805113"/>
            <a:ext cx="303446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900" dirty="0"/>
          </a:p>
        </p:txBody>
      </p:sp>
      <p:sp>
        <p:nvSpPr>
          <p:cNvPr id="165" name="Shape 143"/>
          <p:cNvSpPr/>
          <p:nvPr/>
        </p:nvSpPr>
        <p:spPr>
          <a:xfrm>
            <a:off x="2714625" y="3443288"/>
            <a:ext cx="14458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66" name="Text 144"/>
          <p:cNvSpPr/>
          <p:nvPr/>
        </p:nvSpPr>
        <p:spPr>
          <a:xfrm>
            <a:off x="2771775" y="3171825"/>
            <a:ext cx="424821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SES-2041</a:t>
            </a:r>
            <a:endParaRPr lang="en-US" sz="975" dirty="0"/>
          </a:p>
        </p:txBody>
      </p:sp>
      <p:sp>
        <p:nvSpPr>
          <p:cNvPr id="167" name="Text 145"/>
          <p:cNvSpPr/>
          <p:nvPr/>
        </p:nvSpPr>
        <p:spPr>
          <a:xfrm>
            <a:off x="6633790" y="3171825"/>
            <a:ext cx="30343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 14:20</a:t>
            </a:r>
            <a:endParaRPr lang="en-US" sz="975" dirty="0"/>
          </a:p>
        </p:txBody>
      </p:sp>
      <p:sp>
        <p:nvSpPr>
          <p:cNvPr id="168" name="Text 146"/>
          <p:cNvSpPr/>
          <p:nvPr/>
        </p:nvSpPr>
        <p:spPr>
          <a:xfrm>
            <a:off x="9392320" y="3171825"/>
            <a:ext cx="303446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75" dirty="0"/>
          </a:p>
        </p:txBody>
      </p:sp>
      <p:sp>
        <p:nvSpPr>
          <p:cNvPr id="169" name="Shape 147"/>
          <p:cNvSpPr/>
          <p:nvPr/>
        </p:nvSpPr>
        <p:spPr>
          <a:xfrm>
            <a:off x="12150923" y="3171825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/>
        </p:spPr>
        <p:txBody>
          <a:bodyPr/>
          <a:p/>
        </p:txBody>
      </p:sp>
      <p:sp>
        <p:nvSpPr>
          <p:cNvPr id="170" name="Text 148"/>
          <p:cNvSpPr/>
          <p:nvPr/>
        </p:nvSpPr>
        <p:spPr>
          <a:xfrm>
            <a:off x="12236648" y="3190875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825" dirty="0"/>
          </a:p>
        </p:txBody>
      </p:sp>
      <p:sp>
        <p:nvSpPr>
          <p:cNvPr id="171" name="Text 149"/>
          <p:cNvSpPr/>
          <p:nvPr/>
        </p:nvSpPr>
        <p:spPr>
          <a:xfrm>
            <a:off x="14909527" y="3171825"/>
            <a:ext cx="242750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</a:t>
            </a:r>
            <a:endParaRPr lang="en-US" sz="975" dirty="0"/>
          </a:p>
        </p:txBody>
      </p:sp>
      <p:sp>
        <p:nvSpPr>
          <p:cNvPr id="172" name="Shape 150"/>
          <p:cNvSpPr/>
          <p:nvPr/>
        </p:nvSpPr>
        <p:spPr>
          <a:xfrm>
            <a:off x="2714625" y="3848100"/>
            <a:ext cx="14458950" cy="9525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p/>
        </p:txBody>
      </p:sp>
      <p:sp>
        <p:nvSpPr>
          <p:cNvPr id="173" name="Text 151"/>
          <p:cNvSpPr/>
          <p:nvPr/>
        </p:nvSpPr>
        <p:spPr>
          <a:xfrm>
            <a:off x="2771775" y="3576638"/>
            <a:ext cx="424821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SES-2039</a:t>
            </a:r>
            <a:endParaRPr lang="en-US" sz="975" dirty="0"/>
          </a:p>
        </p:txBody>
      </p:sp>
      <p:sp>
        <p:nvSpPr>
          <p:cNvPr id="174" name="Text 152"/>
          <p:cNvSpPr/>
          <p:nvPr/>
        </p:nvSpPr>
        <p:spPr>
          <a:xfrm>
            <a:off x="6633790" y="3576638"/>
            <a:ext cx="30343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6/27 09:05</a:t>
            </a:r>
            <a:endParaRPr lang="en-US" sz="975" dirty="0"/>
          </a:p>
        </p:txBody>
      </p:sp>
      <p:sp>
        <p:nvSpPr>
          <p:cNvPr id="175" name="Text 153"/>
          <p:cNvSpPr/>
          <p:nvPr/>
        </p:nvSpPr>
        <p:spPr>
          <a:xfrm>
            <a:off x="9392320" y="3576638"/>
            <a:ext cx="303446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75" dirty="0"/>
          </a:p>
        </p:txBody>
      </p:sp>
      <p:sp>
        <p:nvSpPr>
          <p:cNvPr id="176" name="Shape 154"/>
          <p:cNvSpPr/>
          <p:nvPr/>
        </p:nvSpPr>
        <p:spPr>
          <a:xfrm>
            <a:off x="12150923" y="3576638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FEF6E7"/>
          </a:solidFill>
          <a:ln/>
        </p:spPr>
        <p:txBody>
          <a:bodyPr/>
          <a:p/>
        </p:txBody>
      </p:sp>
      <p:sp>
        <p:nvSpPr>
          <p:cNvPr id="177" name="Text 155"/>
          <p:cNvSpPr/>
          <p:nvPr/>
        </p:nvSpPr>
        <p:spPr>
          <a:xfrm>
            <a:off x="12236648" y="3595688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825" dirty="0"/>
          </a:p>
        </p:txBody>
      </p:sp>
      <p:sp>
        <p:nvSpPr>
          <p:cNvPr id="178" name="Text 156"/>
          <p:cNvSpPr/>
          <p:nvPr/>
        </p:nvSpPr>
        <p:spPr>
          <a:xfrm>
            <a:off x="14909527" y="3576638"/>
            <a:ext cx="242750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</a:t>
            </a:r>
            <a:endParaRPr lang="en-US" sz="975" dirty="0"/>
          </a:p>
        </p:txBody>
      </p:sp>
      <p:sp>
        <p:nvSpPr>
          <p:cNvPr id="179" name="Text 157"/>
          <p:cNvSpPr/>
          <p:nvPr/>
        </p:nvSpPr>
        <p:spPr>
          <a:xfrm>
            <a:off x="2771775" y="3981450"/>
            <a:ext cx="424821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SES-2032</a:t>
            </a:r>
            <a:endParaRPr lang="en-US" sz="975" dirty="0"/>
          </a:p>
        </p:txBody>
      </p:sp>
      <p:sp>
        <p:nvSpPr>
          <p:cNvPr id="180" name="Text 158"/>
          <p:cNvSpPr/>
          <p:nvPr/>
        </p:nvSpPr>
        <p:spPr>
          <a:xfrm>
            <a:off x="6633790" y="3981450"/>
            <a:ext cx="30343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6/24 16:40</a:t>
            </a:r>
            <a:endParaRPr lang="en-US" sz="975" dirty="0"/>
          </a:p>
        </p:txBody>
      </p:sp>
      <p:sp>
        <p:nvSpPr>
          <p:cNvPr id="181" name="Text 159"/>
          <p:cNvSpPr/>
          <p:nvPr/>
        </p:nvSpPr>
        <p:spPr>
          <a:xfrm>
            <a:off x="9392320" y="3981450"/>
            <a:ext cx="303446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75" dirty="0"/>
          </a:p>
        </p:txBody>
      </p:sp>
      <p:sp>
        <p:nvSpPr>
          <p:cNvPr id="182" name="Shape 160"/>
          <p:cNvSpPr/>
          <p:nvPr/>
        </p:nvSpPr>
        <p:spPr>
          <a:xfrm>
            <a:off x="12150923" y="3981450"/>
            <a:ext cx="352723" cy="157163"/>
          </a:xfrm>
          <a:prstGeom prst="roundRect">
            <a:avLst>
              <a:gd name="adj" fmla="val 50000"/>
            </a:avLst>
          </a:prstGeom>
          <a:solidFill>
            <a:srgbClr val="E9F8EE"/>
          </a:solidFill>
          <a:ln/>
        </p:spPr>
        <p:txBody>
          <a:bodyPr/>
          <a:p/>
        </p:txBody>
      </p:sp>
      <p:sp>
        <p:nvSpPr>
          <p:cNvPr id="183" name="Text 161"/>
          <p:cNvSpPr/>
          <p:nvPr/>
        </p:nvSpPr>
        <p:spPr>
          <a:xfrm>
            <a:off x="12236648" y="4000500"/>
            <a:ext cx="2165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825" dirty="0"/>
          </a:p>
        </p:txBody>
      </p:sp>
      <p:sp>
        <p:nvSpPr>
          <p:cNvPr id="184" name="Text 162"/>
          <p:cNvSpPr/>
          <p:nvPr/>
        </p:nvSpPr>
        <p:spPr>
          <a:xfrm>
            <a:off x="14909527" y="3981450"/>
            <a:ext cx="242750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2026-07-05T07:28:10Z</dcterms:created>
  <dcterms:modified xsi:type="dcterms:W3CDTF">2026-07-05T07:28:10Z</dcterms:modified>
</cp:coreProperties>
</file>